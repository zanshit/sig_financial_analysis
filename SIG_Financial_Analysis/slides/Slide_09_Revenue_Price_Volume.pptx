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9" r:id="rId4"/>
  </p:sldMasterIdLst>
  <p:notesMasterIdLst>
    <p:notesMasterId r:id="rId80"/>
  </p:notesMasterIdLst>
  <p:handoutMasterIdLst>
    <p:handoutMasterId r:id="rId81"/>
  </p:handoutMasterIdLst>
  <p:sldIdLst>
    <p:sldId id="308" r:id="rId13"/>
  </p:sldIdLst>
  <p:sldSz cx="12192000" cy="6858000"/>
  <p:notesSz cx="6858000" cy="9144000"/>
  <p:embeddedFontLst>
    <p:embeddedFont>
      <p:font typeface="Univers" panose="020B0503020202020204" pitchFamily="34" charset="0"/>
      <p:regular r:id="rId98"/>
      <p:bold r:id="rId99"/>
      <p:italic r:id="rId100"/>
    </p:embeddedFont>
    <p:embeddedFont>
      <p:font typeface="Univers Light" panose="020B0403020202020204" pitchFamily="34" charset="0"/>
      <p:regular r:id="rId101"/>
    </p:embeddedFont>
  </p:embeddedFontLst>
  <p:custDataLst>
    <p:tags r:id="rId10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Page" id="{0340C5FF-E601-444C-885F-6E1A6BA1925A}">
          <p14:sldIdLst>
            <p14:sldId id="30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68D907-226E-DED0-F8E7-3850F4D938D0}" name="Rais Haryono" initials="RH" userId="eaae8596804c26ba" providerId="Windows Live"/>
  <p188:author id="{02E5F369-2C54-0B5A-3283-A29583C08560}" name="Emily Azra" initials="EA" userId="8aae41df97acf526" providerId="Windows Live"/>
  <p188:author id="{8C2C70CD-CEEA-6AA7-A797-17321658E587}" name="Rais Aqil" initials="RA" userId="ac6b199ebc46e5e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4B1"/>
    <a:srgbClr val="D6EFBF"/>
    <a:srgbClr val="D6EFFA"/>
    <a:srgbClr val="595A5C"/>
    <a:srgbClr val="F6F8CC"/>
    <a:srgbClr val="F7C3B3"/>
    <a:srgbClr val="12274C"/>
    <a:srgbClr val="69C7F1"/>
    <a:srgbClr val="69C6F0"/>
    <a:srgbClr val="F488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805A1C-96B1-4E5A-8BAB-779756304564}" v="1065" dt="2026-10-16T10:03:40.155"/>
  </p1510:revLst>
</p1510:revInfo>
</file>

<file path=ppt/tableStyles.xml><?xml version="1.0" encoding="utf-8"?>
<a:tblStyleLst xmlns:a="http://schemas.openxmlformats.org/drawingml/2006/main" def="{DDBD7F35-8F93-4361-BD7F-44BB7E98C1BF}">
  <a:tblStyle styleId="{DDBD7F35-8F93-4361-BD7F-44BB7E98C1B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5" autoAdjust="0"/>
    <p:restoredTop sz="94660"/>
  </p:normalViewPr>
  <p:slideViewPr>
    <p:cSldViewPr snapToGrid="0" showGuides="1">
      <p:cViewPr>
        <p:scale>
          <a:sx n="60" d="100"/>
          <a:sy n="60" d="100"/>
        </p:scale>
        <p:origin x="597" y="5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9.xml"/><Relationship Id="rId80" Type="http://schemas.openxmlformats.org/officeDocument/2006/relationships/notesMaster" Target="notesMasters/notesMaster1.xml"/><Relationship Id="rId81" Type="http://schemas.openxmlformats.org/officeDocument/2006/relationships/handoutMaster" Target="handoutMasters/handoutMaster1.xml"/><Relationship Id="rId98" Type="http://schemas.openxmlformats.org/officeDocument/2006/relationships/font" Target="fonts/font17.fntdata"/><Relationship Id="rId99" Type="http://schemas.openxmlformats.org/officeDocument/2006/relationships/font" Target="fonts/font18.fntdata"/><Relationship Id="rId100" Type="http://schemas.openxmlformats.org/officeDocument/2006/relationships/font" Target="fonts/font19.fntdata"/><Relationship Id="rId101" Type="http://schemas.openxmlformats.org/officeDocument/2006/relationships/font" Target="fonts/font20.fntdata"/><Relationship Id="rId108" Type="http://schemas.openxmlformats.org/officeDocument/2006/relationships/tags" Target="tags/tag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 Id="rId113" Type="http://schemas.microsoft.com/office/2016/11/relationships/changesInfo" Target="changesInfos/changesInfo1.xml"/><Relationship Id="rId114" Type="http://schemas.microsoft.com/office/2015/10/relationships/revisionInfo" Target="revisionInfo.xml"/><Relationship Id="rId11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Kusnadi" userId="4fb58c44f6c6a5cb" providerId="LiveId" clId="{CB48D145-7F78-4649-9ECC-A7A83723D3CB}"/>
    <pc:docChg chg="undo custSel addSld delSld modSld sldOrd modMainMaster modSection">
      <pc:chgData name="Ryan Kusnadi" userId="4fb58c44f6c6a5cb" providerId="LiveId" clId="{CB48D145-7F78-4649-9ECC-A7A83723D3CB}" dt="2026-10-16T10:10:23.320" v="18959" actId="20577"/>
      <pc:docMkLst>
        <pc:docMk/>
      </pc:docMkLst>
      <pc:sldChg chg="addSp delSp modSp mod">
        <pc:chgData name="Ryan Kusnadi" userId="4fb58c44f6c6a5cb" providerId="LiveId" clId="{CB48D145-7F78-4649-9ECC-A7A83723D3CB}" dt="2026-10-12T08:00:47.672" v="484" actId="1036"/>
        <pc:sldMkLst>
          <pc:docMk/>
          <pc:sldMk cId="584931863" sldId="272"/>
        </pc:sldMkLst>
        <pc:picChg chg="add mod ord">
          <ac:chgData name="Ryan Kusnadi" userId="4fb58c44f6c6a5cb" providerId="LiveId" clId="{CB48D145-7F78-4649-9ECC-A7A83723D3CB}" dt="2026-10-12T08:00:47.672" v="484" actId="1036"/>
          <ac:picMkLst>
            <pc:docMk/>
            <pc:sldMk cId="584931863" sldId="272"/>
            <ac:picMk id="14" creationId="{E832B8EA-1CDB-C3D0-56EB-AADC83CB354F}"/>
          </ac:picMkLst>
        </pc:picChg>
      </pc:sldChg>
      <pc:sldChg chg="addSp delSp modSp add mod ord">
        <pc:chgData name="Ryan Kusnadi" userId="4fb58c44f6c6a5cb" providerId="LiveId" clId="{CB48D145-7F78-4649-9ECC-A7A83723D3CB}" dt="2026-10-12T08:01:42.978" v="536" actId="14100"/>
        <pc:sldMkLst>
          <pc:docMk/>
          <pc:sldMk cId="2806377155" sldId="274"/>
        </pc:sldMkLst>
        <pc:spChg chg="mod">
          <ac:chgData name="Ryan Kusnadi" userId="4fb58c44f6c6a5cb" providerId="LiveId" clId="{CB48D145-7F78-4649-9ECC-A7A83723D3CB}" dt="2026-10-11T11:03:49.109" v="140"/>
          <ac:spMkLst>
            <pc:docMk/>
            <pc:sldMk cId="2806377155" sldId="274"/>
            <ac:spMk id="2" creationId="{B918F94C-40EA-56BF-89BD-6D7565EE8F4F}"/>
          </ac:spMkLst>
        </pc:spChg>
        <pc:spChg chg="mod">
          <ac:chgData name="Ryan Kusnadi" userId="4fb58c44f6c6a5cb" providerId="LiveId" clId="{CB48D145-7F78-4649-9ECC-A7A83723D3CB}" dt="2026-10-12T08:01:42.978" v="536" actId="14100"/>
          <ac:spMkLst>
            <pc:docMk/>
            <pc:sldMk cId="2806377155" sldId="274"/>
            <ac:spMk id="10" creationId="{F0FE33CF-313E-6AE0-567E-3FDE3B25AE10}"/>
          </ac:spMkLst>
        </pc:spChg>
        <pc:picChg chg="add mod ord">
          <ac:chgData name="Ryan Kusnadi" userId="4fb58c44f6c6a5cb" providerId="LiveId" clId="{CB48D145-7F78-4649-9ECC-A7A83723D3CB}" dt="2026-10-12T08:01:37.445" v="535" actId="1038"/>
          <ac:picMkLst>
            <pc:docMk/>
            <pc:sldMk cId="2806377155" sldId="274"/>
            <ac:picMk id="13" creationId="{B03C0DE2-3B10-CBD5-33EC-94EA86259739}"/>
          </ac:picMkLst>
        </pc:picChg>
      </pc:sldChg>
      <pc:sldChg chg="addSp delSp modSp mod ord">
        <pc:chgData name="Ryan Kusnadi" userId="4fb58c44f6c6a5cb" providerId="LiveId" clId="{CB48D145-7F78-4649-9ECC-A7A83723D3CB}" dt="2026-10-12T08:04:01.320" v="665" actId="14100"/>
        <pc:sldMkLst>
          <pc:docMk/>
          <pc:sldMk cId="434608506" sldId="275"/>
        </pc:sldMkLst>
        <pc:spChg chg="mod">
          <ac:chgData name="Ryan Kusnadi" userId="4fb58c44f6c6a5cb" providerId="LiveId" clId="{CB48D145-7F78-4649-9ECC-A7A83723D3CB}" dt="2026-10-12T08:04:01.320" v="665" actId="14100"/>
          <ac:spMkLst>
            <pc:docMk/>
            <pc:sldMk cId="434608506" sldId="275"/>
            <ac:spMk id="10" creationId="{5259E25B-4687-8860-1803-802A62D18C23}"/>
          </ac:spMkLst>
        </pc:spChg>
        <pc:picChg chg="add mod ord">
          <ac:chgData name="Ryan Kusnadi" userId="4fb58c44f6c6a5cb" providerId="LiveId" clId="{CB48D145-7F78-4649-9ECC-A7A83723D3CB}" dt="2026-10-12T08:03:54.561" v="663" actId="1038"/>
          <ac:picMkLst>
            <pc:docMk/>
            <pc:sldMk cId="434608506" sldId="275"/>
            <ac:picMk id="11" creationId="{8DCEFF16-0B69-C788-569D-914AC932BB17}"/>
          </ac:picMkLst>
        </pc:picChg>
      </pc:sldChg>
      <pc:sldChg chg="addSp delSp modSp mod ord">
        <pc:chgData name="Ryan Kusnadi" userId="4fb58c44f6c6a5cb" providerId="LiveId" clId="{CB48D145-7F78-4649-9ECC-A7A83723D3CB}" dt="2026-10-12T08:02:41.995" v="621" actId="1038"/>
        <pc:sldMkLst>
          <pc:docMk/>
          <pc:sldMk cId="3954069101" sldId="276"/>
        </pc:sldMkLst>
        <pc:spChg chg="mod">
          <ac:chgData name="Ryan Kusnadi" userId="4fb58c44f6c6a5cb" providerId="LiveId" clId="{CB48D145-7F78-4649-9ECC-A7A83723D3CB}" dt="2026-10-11T11:03:42.058" v="139"/>
          <ac:spMkLst>
            <pc:docMk/>
            <pc:sldMk cId="3954069101" sldId="276"/>
            <ac:spMk id="2" creationId="{64F2ABF8-965B-ADDC-9C87-345288DB47CE}"/>
          </ac:spMkLst>
        </pc:spChg>
        <pc:spChg chg="mod">
          <ac:chgData name="Ryan Kusnadi" userId="4fb58c44f6c6a5cb" providerId="LiveId" clId="{CB48D145-7F78-4649-9ECC-A7A83723D3CB}" dt="2026-10-12T07:55:02.918" v="272" actId="14100"/>
          <ac:spMkLst>
            <pc:docMk/>
            <pc:sldMk cId="3954069101" sldId="276"/>
            <ac:spMk id="10" creationId="{D8203B05-97D7-2454-3163-73F24CBE1008}"/>
          </ac:spMkLst>
        </pc:spChg>
        <pc:picChg chg="add mod ord">
          <ac:chgData name="Ryan Kusnadi" userId="4fb58c44f6c6a5cb" providerId="LiveId" clId="{CB48D145-7F78-4649-9ECC-A7A83723D3CB}" dt="2026-10-12T08:02:41.995" v="621" actId="1038"/>
          <ac:picMkLst>
            <pc:docMk/>
            <pc:sldMk cId="3954069101" sldId="276"/>
            <ac:picMk id="19" creationId="{1992EE6B-0367-646A-CED5-3ADC5CB43E22}"/>
          </ac:picMkLst>
        </pc:picChg>
      </pc:sldChg>
      <pc:sldChg chg="addSp delSp modSp del mod ord">
        <pc:chgData name="Ryan Kusnadi" userId="4fb58c44f6c6a5cb" providerId="LiveId" clId="{CB48D145-7F78-4649-9ECC-A7A83723D3CB}" dt="2026-10-16T10:06:11.558" v="18935"/>
        <pc:sldMkLst>
          <pc:docMk/>
          <pc:sldMk cId="1921666997" sldId="277"/>
        </pc:sldMkLst>
        <pc:spChg chg="mod">
          <ac:chgData name="Ryan Kusnadi" userId="4fb58c44f6c6a5cb" providerId="LiveId" clId="{CB48D145-7F78-4649-9ECC-A7A83723D3CB}" dt="2026-10-15T04:18:30.642" v="16246" actId="20577"/>
          <ac:spMkLst>
            <pc:docMk/>
            <pc:sldMk cId="1921666997" sldId="277"/>
            <ac:spMk id="2" creationId="{1A07B440-9BA3-2467-7EF6-2850C98665D3}"/>
          </ac:spMkLst>
        </pc:spChg>
        <pc:spChg chg="add mod">
          <ac:chgData name="Ryan Kusnadi" userId="4fb58c44f6c6a5cb" providerId="LiveId" clId="{CB48D145-7F78-4649-9ECC-A7A83723D3CB}" dt="2026-10-15T04:31:32.120" v="17621" actId="14100"/>
          <ac:spMkLst>
            <pc:docMk/>
            <pc:sldMk cId="1921666997" sldId="277"/>
            <ac:spMk id="7" creationId="{929489BA-8FB7-C2EE-F019-43B6B27E77D1}"/>
          </ac:spMkLst>
        </pc:spChg>
        <pc:spChg chg="add del mod">
          <ac:chgData name="Ryan Kusnadi" userId="4fb58c44f6c6a5cb" providerId="LiveId" clId="{CB48D145-7F78-4649-9ECC-A7A83723D3CB}" dt="2026-10-15T04:21:00.018" v="16407" actId="478"/>
          <ac:spMkLst>
            <pc:docMk/>
            <pc:sldMk cId="1921666997" sldId="277"/>
            <ac:spMk id="8" creationId="{6A428FE6-AF64-1856-4920-FE0AF2CFA26B}"/>
          </ac:spMkLst>
        </pc:spChg>
        <pc:spChg chg="add mod topLvl">
          <ac:chgData name="Ryan Kusnadi" userId="4fb58c44f6c6a5cb" providerId="LiveId" clId="{CB48D145-7F78-4649-9ECC-A7A83723D3CB}" dt="2026-10-15T13:44:28.455" v="18932" actId="164"/>
          <ac:spMkLst>
            <pc:docMk/>
            <pc:sldMk cId="1921666997" sldId="277"/>
            <ac:spMk id="10" creationId="{C1D05203-02AF-2D60-A32A-7EEE59938CFD}"/>
          </ac:spMkLst>
        </pc:spChg>
        <pc:spChg chg="add mod topLvl">
          <ac:chgData name="Ryan Kusnadi" userId="4fb58c44f6c6a5cb" providerId="LiveId" clId="{CB48D145-7F78-4649-9ECC-A7A83723D3CB}" dt="2026-10-15T13:44:28.455" v="18932" actId="164"/>
          <ac:spMkLst>
            <pc:docMk/>
            <pc:sldMk cId="1921666997" sldId="277"/>
            <ac:spMk id="11" creationId="{0EEDAC57-94B2-DBBB-9F43-9F006BE4C70F}"/>
          </ac:spMkLst>
        </pc:spChg>
        <pc:spChg chg="add del mod">
          <ac:chgData name="Ryan Kusnadi" userId="4fb58c44f6c6a5cb" providerId="LiveId" clId="{CB48D145-7F78-4649-9ECC-A7A83723D3CB}" dt="2026-10-15T04:21:00.018" v="16407" actId="478"/>
          <ac:spMkLst>
            <pc:docMk/>
            <pc:sldMk cId="1921666997" sldId="277"/>
            <ac:spMk id="12" creationId="{E3E462EC-EC1A-2972-4125-4BF7E3C8EE23}"/>
          </ac:spMkLst>
        </pc:spChg>
        <pc:spChg chg="add del mod">
          <ac:chgData name="Ryan Kusnadi" userId="4fb58c44f6c6a5cb" providerId="LiveId" clId="{CB48D145-7F78-4649-9ECC-A7A83723D3CB}" dt="2026-10-15T04:17:39.512" v="16005"/>
          <ac:spMkLst>
            <pc:docMk/>
            <pc:sldMk cId="1921666997" sldId="277"/>
            <ac:spMk id="13" creationId="{0B08389A-CD96-F954-2C7C-A77D6FB72F79}"/>
          </ac:spMkLst>
        </pc:spChg>
        <pc:spChg chg="add mod ord topLvl">
          <ac:chgData name="Ryan Kusnadi" userId="4fb58c44f6c6a5cb" providerId="LiveId" clId="{CB48D145-7F78-4649-9ECC-A7A83723D3CB}" dt="2026-10-15T13:41:34.760" v="18786" actId="12788"/>
          <ac:spMkLst>
            <pc:docMk/>
            <pc:sldMk cId="1921666997" sldId="277"/>
            <ac:spMk id="16" creationId="{401C167A-7488-D151-CF2E-2C8E16060524}"/>
          </ac:spMkLst>
        </pc:spChg>
        <pc:spChg chg="add mod topLvl">
          <ac:chgData name="Ryan Kusnadi" userId="4fb58c44f6c6a5cb" providerId="LiveId" clId="{CB48D145-7F78-4649-9ECC-A7A83723D3CB}" dt="2026-10-15T13:41:26.107" v="18766" actId="1038"/>
          <ac:spMkLst>
            <pc:docMk/>
            <pc:sldMk cId="1921666997" sldId="277"/>
            <ac:spMk id="18" creationId="{10C8B5AA-2332-63D2-8209-B9B659B6E93E}"/>
          </ac:spMkLst>
        </pc:spChg>
        <pc:spChg chg="add del mod ord">
          <ac:chgData name="Ryan Kusnadi" userId="4fb58c44f6c6a5cb" providerId="LiveId" clId="{CB48D145-7F78-4649-9ECC-A7A83723D3CB}" dt="2026-10-15T13:40:14.876" v="18471" actId="21"/>
          <ac:spMkLst>
            <pc:docMk/>
            <pc:sldMk cId="1921666997" sldId="277"/>
            <ac:spMk id="20" creationId="{DA60757E-D71F-3C30-7519-C82BA40115A8}"/>
          </ac:spMkLst>
        </pc:spChg>
        <pc:spChg chg="add del mod">
          <ac:chgData name="Ryan Kusnadi" userId="4fb58c44f6c6a5cb" providerId="LiveId" clId="{CB48D145-7F78-4649-9ECC-A7A83723D3CB}" dt="2026-10-15T04:24:21.731" v="16681" actId="478"/>
          <ac:spMkLst>
            <pc:docMk/>
            <pc:sldMk cId="1921666997" sldId="277"/>
            <ac:spMk id="22" creationId="{6769F77D-7C81-285C-9445-B97EF97F46F5}"/>
          </ac:spMkLst>
        </pc:spChg>
        <pc:spChg chg="add mod">
          <ac:chgData name="Ryan Kusnadi" userId="4fb58c44f6c6a5cb" providerId="LiveId" clId="{CB48D145-7F78-4649-9ECC-A7A83723D3CB}" dt="2026-10-15T04:30:36.175" v="17423" actId="20577"/>
          <ac:spMkLst>
            <pc:docMk/>
            <pc:sldMk cId="1921666997" sldId="277"/>
            <ac:spMk id="25" creationId="{59870AB3-7B46-E635-2C4D-640FEF80EFE2}"/>
          </ac:spMkLst>
        </pc:spChg>
        <pc:spChg chg="add mod">
          <ac:chgData name="Ryan Kusnadi" userId="4fb58c44f6c6a5cb" providerId="LiveId" clId="{CB48D145-7F78-4649-9ECC-A7A83723D3CB}" dt="2026-10-15T04:30:18.234" v="17359" actId="20577"/>
          <ac:spMkLst>
            <pc:docMk/>
            <pc:sldMk cId="1921666997" sldId="277"/>
            <ac:spMk id="26" creationId="{A8C5E0BB-A65B-0F45-8EA5-BF6798840AAA}"/>
          </ac:spMkLst>
        </pc:spChg>
        <pc:spChg chg="add mod">
          <ac:chgData name="Ryan Kusnadi" userId="4fb58c44f6c6a5cb" providerId="LiveId" clId="{CB48D145-7F78-4649-9ECC-A7A83723D3CB}" dt="2026-10-15T13:42:15.063" v="18914" actId="20577"/>
          <ac:spMkLst>
            <pc:docMk/>
            <pc:sldMk cId="1921666997" sldId="277"/>
            <ac:spMk id="28" creationId="{DA60757E-D71F-3C30-7519-C82BA40115A8}"/>
          </ac:spMkLst>
        </pc:spChg>
        <pc:spChg chg="mod">
          <ac:chgData name="Ryan Kusnadi" userId="4fb58c44f6c6a5cb" providerId="LiveId" clId="{CB48D145-7F78-4649-9ECC-A7A83723D3CB}" dt="2026-10-15T13:40:29.188" v="18595"/>
          <ac:spMkLst>
            <pc:docMk/>
            <pc:sldMk cId="1921666997" sldId="277"/>
            <ac:spMk id="31" creationId="{59870AB3-7B46-E635-2C4D-640FEF80EFE2}"/>
          </ac:spMkLst>
        </pc:spChg>
        <pc:spChg chg="mod">
          <ac:chgData name="Ryan Kusnadi" userId="4fb58c44f6c6a5cb" providerId="LiveId" clId="{CB48D145-7F78-4649-9ECC-A7A83723D3CB}" dt="2026-10-15T13:44:21.400" v="18931" actId="20577"/>
          <ac:spMkLst>
            <pc:docMk/>
            <pc:sldMk cId="1921666997" sldId="277"/>
            <ac:spMk id="32" creationId="{A8C5E0BB-A65B-0F45-8EA5-BF6798840AAA}"/>
          </ac:spMkLst>
        </pc:spChg>
        <pc:spChg chg="add del mod">
          <ac:chgData name="Ryan Kusnadi" userId="4fb58c44f6c6a5cb" providerId="LiveId" clId="{CB48D145-7F78-4649-9ECC-A7A83723D3CB}" dt="2026-10-15T13:42:22.021" v="18917"/>
          <ac:spMkLst>
            <pc:docMk/>
            <pc:sldMk cId="1921666997" sldId="277"/>
            <ac:spMk id="33" creationId="{CE5328C2-332D-435E-60DB-A3B96BB11F55}"/>
          </ac:spMkLst>
        </pc:spChg>
        <pc:grpChg chg="add del mod ord">
          <ac:chgData name="Ryan Kusnadi" userId="4fb58c44f6c6a5cb" providerId="LiveId" clId="{CB48D145-7F78-4649-9ECC-A7A83723D3CB}" dt="2026-10-15T13:40:02.929" v="18470" actId="165"/>
          <ac:grpSpMkLst>
            <pc:docMk/>
            <pc:sldMk cId="1921666997" sldId="277"/>
            <ac:grpSpMk id="23" creationId="{7C1F8C6E-78A7-9398-3AAC-95BA9B8BAC24}"/>
          </ac:grpSpMkLst>
        </pc:grpChg>
        <pc:grpChg chg="add del mod">
          <ac:chgData name="Ryan Kusnadi" userId="4fb58c44f6c6a5cb" providerId="LiveId" clId="{CB48D145-7F78-4649-9ECC-A7A83723D3CB}" dt="2026-10-15T13:40:14.876" v="18471" actId="21"/>
          <ac:grpSpMkLst>
            <pc:docMk/>
            <pc:sldMk cId="1921666997" sldId="277"/>
            <ac:grpSpMk id="27"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29"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35" creationId="{4BB4EE6B-77E1-A1B4-37CD-D33DB606E973}"/>
          </ac:grpSpMkLst>
        </pc:grpChg>
        <pc:graphicFrameChg chg="add mod topLvl">
          <ac:chgData name="Ryan Kusnadi" userId="4fb58c44f6c6a5cb" providerId="LiveId" clId="{CB48D145-7F78-4649-9ECC-A7A83723D3CB}" dt="2026-10-15T13:41:07.234" v="18725" actId="14100"/>
          <ac:graphicFrameMkLst>
            <pc:docMk/>
            <pc:sldMk cId="1921666997" sldId="277"/>
            <ac:graphicFrameMk id="6" creationId="{C82AEC7D-7671-1578-4B41-0958B4127EBF}"/>
          </ac:graphicFrameMkLst>
        </pc:graphicFrameChg>
        <pc:picChg chg="add mod topLvl">
          <ac:chgData name="Ryan Kusnadi" userId="4fb58c44f6c6a5cb" providerId="LiveId" clId="{CB48D145-7F78-4649-9ECC-A7A83723D3CB}" dt="2026-10-15T13:40:27.645" v="18594" actId="1038"/>
          <ac:picMkLst>
            <pc:docMk/>
            <pc:sldMk cId="1921666997" sldId="277"/>
            <ac:picMk id="14" creationId="{4FFD1F27-B484-AF9C-0930-AA62E0723A26}"/>
          </ac:picMkLst>
        </pc:picChg>
        <pc:picChg chg="add mod topLvl">
          <ac:chgData name="Ryan Kusnadi" userId="4fb58c44f6c6a5cb" providerId="LiveId" clId="{CB48D145-7F78-4649-9ECC-A7A83723D3CB}" dt="2026-10-15T13:41:34.760" v="18786" actId="12788"/>
          <ac:picMkLst>
            <pc:docMk/>
            <pc:sldMk cId="1921666997" sldId="277"/>
            <ac:picMk id="15" creationId="{A73B642F-02CA-291F-21A6-156053047FD9}"/>
          </ac:picMkLst>
        </pc:picChg>
        <pc:cxnChg chg="add mod topLvl">
          <ac:chgData name="Ryan Kusnadi" userId="4fb58c44f6c6a5cb" providerId="LiveId" clId="{CB48D145-7F78-4649-9ECC-A7A83723D3CB}" dt="2026-10-15T13:44:28.455" v="18932" actId="164"/>
          <ac:cxnSpMkLst>
            <pc:docMk/>
            <pc:sldMk cId="1921666997" sldId="277"/>
            <ac:cxnSpMk id="9" creationId="{53F18C9A-1BB3-487F-5609-613A6FAC33D0}"/>
          </ac:cxnSpMkLst>
        </pc:cxnChg>
        <pc:cxnChg chg="add mod">
          <ac:chgData name="Ryan Kusnadi" userId="4fb58c44f6c6a5cb" providerId="LiveId" clId="{CB48D145-7F78-4649-9ECC-A7A83723D3CB}" dt="2026-10-15T04:29:26.094" v="17114" actId="164"/>
          <ac:cxnSpMkLst>
            <pc:docMk/>
            <pc:sldMk cId="1921666997" sldId="277"/>
            <ac:cxnSpMk id="24" creationId="{67B5CB00-F089-0FF8-F973-23E5876335D9}"/>
          </ac:cxnSpMkLst>
        </pc:cxnChg>
        <pc:cxnChg chg="mod">
          <ac:chgData name="Ryan Kusnadi" userId="4fb58c44f6c6a5cb" providerId="LiveId" clId="{CB48D145-7F78-4649-9ECC-A7A83723D3CB}" dt="2026-10-15T13:40:29.188" v="18595"/>
          <ac:cxnSpMkLst>
            <pc:docMk/>
            <pc:sldMk cId="1921666997" sldId="277"/>
            <ac:cxnSpMk id="30" creationId="{67B5CB00-F089-0FF8-F973-23E5876335D9}"/>
          </ac:cxnSpMkLst>
        </pc:cxnChg>
      </pc:sldChg>
      <pc:sldChg chg="modSp add mod">
        <pc:chgData name="Ryan Kusnadi" userId="4fb58c44f6c6a5cb" providerId="LiveId" clId="{CB48D145-7F78-4649-9ECC-A7A83723D3CB}" dt="2026-10-16T10:10:23.320" v="18959" actId="20577"/>
        <pc:sldMkLst>
          <pc:docMk/>
          <pc:sldMk cId="2954314117" sldId="277"/>
        </pc:sldMkLst>
        <pc:spChg chg="mod">
          <ac:chgData name="Ryan Kusnadi" userId="4fb58c44f6c6a5cb" providerId="LiveId" clId="{CB48D145-7F78-4649-9ECC-A7A83723D3CB}" dt="2026-10-16T10:10:23.320" v="18959" actId="20577"/>
          <ac:spMkLst>
            <pc:docMk/>
            <pc:sldMk cId="2954314117" sldId="277"/>
            <ac:spMk id="28" creationId="{DA60757E-D71F-3C30-7519-C82BA40115A8}"/>
          </ac:spMkLst>
        </pc:spChg>
        <pc:graphicFrameChg chg="mod">
          <ac:chgData name="Ryan Kusnadi" userId="4fb58c44f6c6a5cb" providerId="LiveId" clId="{CB48D145-7F78-4649-9ECC-A7A83723D3CB}" dt="2026-10-16T10:07:10.121" v="18949"/>
          <ac:graphicFrameMkLst>
            <pc:docMk/>
            <pc:sldMk cId="2954314117" sldId="277"/>
            <ac:graphicFrameMk id="6" creationId="{C82AEC7D-7671-1578-4B41-0958B4127EBF}"/>
          </ac:graphicFrameMkLst>
        </pc:graphicFrameChg>
      </pc:sldChg>
      <pc:sldChg chg="addSp delSp modSp add mod">
        <pc:chgData name="Ryan Kusnadi" userId="4fb58c44f6c6a5cb" providerId="LiveId" clId="{CB48D145-7F78-4649-9ECC-A7A83723D3CB}" dt="2026-10-12T08:07:14.529" v="789" actId="478"/>
        <pc:sldMkLst>
          <pc:docMk/>
          <pc:sldMk cId="176276921" sldId="281"/>
        </pc:sldMkLst>
        <pc:spChg chg="mod">
          <ac:chgData name="Ryan Kusnadi" userId="4fb58c44f6c6a5cb" providerId="LiveId" clId="{CB48D145-7F78-4649-9ECC-A7A83723D3CB}" dt="2026-10-12T08:05:18.076" v="755" actId="14100"/>
          <ac:spMkLst>
            <pc:docMk/>
            <pc:sldMk cId="176276921" sldId="281"/>
            <ac:spMk id="10" creationId="{F2A440E4-EBDE-0AF3-837E-61DB6235A64C}"/>
          </ac:spMkLst>
        </pc:spChg>
        <pc:graphicFrameChg chg="add mod">
          <ac:chgData name="Ryan Kusnadi" userId="4fb58c44f6c6a5cb" providerId="LiveId" clId="{CB48D145-7F78-4649-9ECC-A7A83723D3CB}" dt="2026-10-12T08:05:10.876" v="752" actId="1037"/>
          <ac:graphicFrameMkLst>
            <pc:docMk/>
            <pc:sldMk cId="176276921" sldId="281"/>
            <ac:graphicFrameMk id="14" creationId="{101DA5C3-74F0-063F-354F-69C49C941B3F}"/>
          </ac:graphicFrameMkLst>
        </pc:graphicFrameChg>
      </pc:sldChg>
      <pc:sldChg chg="addSp delSp modSp add mod">
        <pc:chgData name="Ryan Kusnadi" userId="4fb58c44f6c6a5cb" providerId="LiveId" clId="{CB48D145-7F78-4649-9ECC-A7A83723D3CB}" dt="2026-10-12T16:06:52.731" v="15609" actId="478"/>
        <pc:sldMkLst>
          <pc:docMk/>
          <pc:sldMk cId="1783371388" sldId="283"/>
        </pc:sldMkLst>
        <pc:spChg chg="mod">
          <ac:chgData name="Ryan Kusnadi" userId="4fb58c44f6c6a5cb" providerId="LiveId" clId="{CB48D145-7F78-4649-9ECC-A7A83723D3CB}" dt="2026-10-12T16:02:19.685" v="15606" actId="20577"/>
          <ac:spMkLst>
            <pc:docMk/>
            <pc:sldMk cId="1783371388" sldId="283"/>
            <ac:spMk id="2" creationId="{5AEF4F19-3CCC-2B42-D3D8-3F6B028E3453}"/>
          </ac:spMkLst>
        </pc:spChg>
        <pc:spChg chg="mod">
          <ac:chgData name="Ryan Kusnadi" userId="4fb58c44f6c6a5cb" providerId="LiveId" clId="{CB48D145-7F78-4649-9ECC-A7A83723D3CB}" dt="2026-10-12T15:42:29.273" v="13446" actId="20577"/>
          <ac:spMkLst>
            <pc:docMk/>
            <pc:sldMk cId="1783371388" sldId="283"/>
            <ac:spMk id="3" creationId="{BC90B7F9-375D-5B6A-94C9-DBA803AF7FC5}"/>
          </ac:spMkLst>
        </pc:spChg>
        <pc:spChg chg="add mod">
          <ac:chgData name="Ryan Kusnadi" userId="4fb58c44f6c6a5cb" providerId="LiveId" clId="{CB48D145-7F78-4649-9ECC-A7A83723D3CB}" dt="2026-10-12T15:52:23.990" v="14850" actId="20577"/>
          <ac:spMkLst>
            <pc:docMk/>
            <pc:sldMk cId="1783371388" sldId="283"/>
            <ac:spMk id="9" creationId="{D99DB32E-DBD5-64C1-C7AF-F6B245C04340}"/>
          </ac:spMkLst>
        </pc:spChg>
        <pc:spChg chg="add mod">
          <ac:chgData name="Ryan Kusnadi" userId="4fb58c44f6c6a5cb" providerId="LiveId" clId="{CB48D145-7F78-4649-9ECC-A7A83723D3CB}" dt="2026-10-12T15:52:45.466" v="14890" actId="20577"/>
          <ac:spMkLst>
            <pc:docMk/>
            <pc:sldMk cId="1783371388" sldId="283"/>
            <ac:spMk id="11" creationId="{FC27DC9F-A0F7-7C6A-FE9E-E09FBACD9F69}"/>
          </ac:spMkLst>
        </pc:spChg>
        <pc:spChg chg="add mod">
          <ac:chgData name="Ryan Kusnadi" userId="4fb58c44f6c6a5cb" providerId="LiveId" clId="{CB48D145-7F78-4649-9ECC-A7A83723D3CB}" dt="2026-10-12T15:53:00.423" v="14932" actId="20577"/>
          <ac:spMkLst>
            <pc:docMk/>
            <pc:sldMk cId="1783371388" sldId="283"/>
            <ac:spMk id="13" creationId="{425090A8-D826-9C7E-0DDC-D08FDD804474}"/>
          </ac:spMkLst>
        </pc:spChg>
        <pc:spChg chg="add mod topLvl">
          <ac:chgData name="Ryan Kusnadi" userId="4fb58c44f6c6a5cb" providerId="LiveId" clId="{CB48D145-7F78-4649-9ECC-A7A83723D3CB}" dt="2026-10-12T15:45:47.568" v="13900" actId="20577"/>
          <ac:spMkLst>
            <pc:docMk/>
            <pc:sldMk cId="1783371388" sldId="283"/>
            <ac:spMk id="61" creationId="{6AF1E8C5-3A27-F35A-5DCB-0250DBF52018}"/>
          </ac:spMkLst>
        </pc:spChg>
        <pc:spChg chg="add mod topLvl">
          <ac:chgData name="Ryan Kusnadi" userId="4fb58c44f6c6a5cb" providerId="LiveId" clId="{CB48D145-7F78-4649-9ECC-A7A83723D3CB}" dt="2026-10-12T15:45:17.290" v="13872" actId="555"/>
          <ac:spMkLst>
            <pc:docMk/>
            <pc:sldMk cId="1783371388" sldId="283"/>
            <ac:spMk id="66" creationId="{D1FCFE97-EC27-EEFA-0EE6-943D3DDC13CA}"/>
          </ac:spMkLst>
        </pc:spChg>
        <pc:spChg chg="mod topLvl">
          <ac:chgData name="Ryan Kusnadi" userId="4fb58c44f6c6a5cb" providerId="LiveId" clId="{CB48D145-7F78-4649-9ECC-A7A83723D3CB}" dt="2026-10-12T15:45:17.290" v="13872" actId="555"/>
          <ac:spMkLst>
            <pc:docMk/>
            <pc:sldMk cId="1783371388" sldId="283"/>
            <ac:spMk id="91" creationId="{26F8C342-BD1E-021B-D0F9-9EE379BB2CB6}"/>
          </ac:spMkLst>
        </pc:spChg>
        <pc:spChg chg="add mod">
          <ac:chgData name="Ryan Kusnadi" userId="4fb58c44f6c6a5cb" providerId="LiveId" clId="{CB48D145-7F78-4649-9ECC-A7A83723D3CB}" dt="2026-10-12T15:31:15.765" v="12809" actId="1036"/>
          <ac:spMkLst>
            <pc:docMk/>
            <pc:sldMk cId="1783371388" sldId="283"/>
            <ac:spMk id="101" creationId="{371309CF-AE2B-91EF-CFBB-462739666383}"/>
          </ac:spMkLst>
        </pc:spChg>
        <pc:spChg chg="add mod topLvl">
          <ac:chgData name="Ryan Kusnadi" userId="4fb58c44f6c6a5cb" providerId="LiveId" clId="{CB48D145-7F78-4649-9ECC-A7A83723D3CB}" dt="2026-10-12T15:45:43.881" v="13893" actId="554"/>
          <ac:spMkLst>
            <pc:docMk/>
            <pc:sldMk cId="1783371388" sldId="283"/>
            <ac:spMk id="103" creationId="{983BF55C-6754-E99F-FF50-8F4C5385C2B5}"/>
          </ac:spMkLst>
        </pc:spChg>
        <pc:graphicFrameChg chg="add mod topLvl">
          <ac:chgData name="Ryan Kusnadi" userId="4fb58c44f6c6a5cb" providerId="LiveId" clId="{CB48D145-7F78-4649-9ECC-A7A83723D3CB}" dt="2026-10-12T15:52:34.670" v="14867" actId="14100"/>
          <ac:graphicFrameMkLst>
            <pc:docMk/>
            <pc:sldMk cId="1783371388" sldId="283"/>
            <ac:graphicFrameMk id="50" creationId="{F1193F27-036D-0755-9DF9-5FD597436DBB}"/>
          </ac:graphicFrameMkLst>
        </pc:graphicFrameChg>
        <pc:graphicFrameChg chg="add mod topLvl">
          <ac:chgData name="Ryan Kusnadi" userId="4fb58c44f6c6a5cb" providerId="LiveId" clId="{CB48D145-7F78-4649-9ECC-A7A83723D3CB}" dt="2026-10-12T15:52:34.670" v="14867" actId="14100"/>
          <ac:graphicFrameMkLst>
            <pc:docMk/>
            <pc:sldMk cId="1783371388" sldId="283"/>
            <ac:graphicFrameMk id="52" creationId="{01C0745F-D6E1-C522-A2AB-D870FEF7637F}"/>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98" creationId="{64AA7450-CA68-A88B-4B31-5ABAD2804613}"/>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100" creationId="{58B91BC4-AFDA-3B3D-F53F-1FCFD17ECD4B}"/>
          </ac:graphicFrameMkLst>
        </pc:graphicFrameChg>
        <pc:cxnChg chg="add mod topLvl">
          <ac:chgData name="Ryan Kusnadi" userId="4fb58c44f6c6a5cb" providerId="LiveId" clId="{CB48D145-7F78-4649-9ECC-A7A83723D3CB}" dt="2026-10-12T15:45:14.629" v="13871" actId="555"/>
          <ac:cxnSpMkLst>
            <pc:docMk/>
            <pc:sldMk cId="1783371388" sldId="283"/>
            <ac:cxnSpMk id="60" creationId="{9596346E-B99E-0564-E79F-28A23B4D3F23}"/>
          </ac:cxnSpMkLst>
        </pc:cxnChg>
        <pc:cxnChg chg="mod topLvl">
          <ac:chgData name="Ryan Kusnadi" userId="4fb58c44f6c6a5cb" providerId="LiveId" clId="{CB48D145-7F78-4649-9ECC-A7A83723D3CB}" dt="2026-10-12T15:45:14.629" v="13871" actId="555"/>
          <ac:cxnSpMkLst>
            <pc:docMk/>
            <pc:sldMk cId="1783371388" sldId="283"/>
            <ac:cxnSpMk id="88" creationId="{B783EDC6-1482-764E-905C-7E0FABE8B4B3}"/>
          </ac:cxnSpMkLst>
        </pc:cxnChg>
      </pc:sldChg>
      <pc:sldChg chg="ord">
        <pc:chgData name="Ryan Kusnadi" userId="4fb58c44f6c6a5cb" providerId="LiveId" clId="{CB48D145-7F78-4649-9ECC-A7A83723D3CB}" dt="2026-10-11T11:02:42.227" v="137"/>
        <pc:sldMkLst>
          <pc:docMk/>
          <pc:sldMk cId="3239453063" sldId="286"/>
        </pc:sldMkLst>
      </pc:sldChg>
      <pc:sldChg chg="add">
        <pc:chgData name="Ryan Kusnadi" userId="4fb58c44f6c6a5cb" providerId="LiveId" clId="{CB48D145-7F78-4649-9ECC-A7A83723D3CB}" dt="2026-10-12T13:31:31.083" v="6629"/>
        <pc:sldMkLst>
          <pc:docMk/>
          <pc:sldMk cId="1678051060" sldId="290"/>
        </pc:sldMkLst>
      </pc:sldChg>
      <pc:sldChg chg="addSp delSp modSp add mod">
        <pc:chgData name="Ryan Kusnadi" userId="4fb58c44f6c6a5cb" providerId="LiveId" clId="{CB48D145-7F78-4649-9ECC-A7A83723D3CB}" dt="2026-10-12T08:05:45.477" v="788" actId="14100"/>
        <pc:sldMkLst>
          <pc:docMk/>
          <pc:sldMk cId="848288546" sldId="291"/>
        </pc:sldMkLst>
        <pc:spChg chg="mod">
          <ac:chgData name="Ryan Kusnadi" userId="4fb58c44f6c6a5cb" providerId="LiveId" clId="{CB48D145-7F78-4649-9ECC-A7A83723D3CB}" dt="2026-10-12T08:05:45.477" v="788" actId="14100"/>
          <ac:spMkLst>
            <pc:docMk/>
            <pc:sldMk cId="848288546" sldId="291"/>
            <ac:spMk id="10" creationId="{2FB1DDC3-CA87-C6A6-677B-CA84821B8E94}"/>
          </ac:spMkLst>
        </pc:spChg>
        <pc:picChg chg="add mod ord">
          <ac:chgData name="Ryan Kusnadi" userId="4fb58c44f6c6a5cb" providerId="LiveId" clId="{CB48D145-7F78-4649-9ECC-A7A83723D3CB}" dt="2026-10-12T08:05:35.330" v="786" actId="1038"/>
          <ac:picMkLst>
            <pc:docMk/>
            <pc:sldMk cId="848288546" sldId="291"/>
            <ac:picMk id="11" creationId="{F9D5877D-5D7A-1F0E-0358-A997BDFF8376}"/>
          </ac:picMkLst>
        </pc:picChg>
      </pc:sldChg>
      <pc:sldChg chg="modSp add mod">
        <pc:chgData name="Ryan Kusnadi" userId="4fb58c44f6c6a5cb" providerId="LiveId" clId="{CB48D145-7F78-4649-9ECC-A7A83723D3CB}" dt="2026-10-12T08:17:26.275" v="1102" actId="20577"/>
        <pc:sldMkLst>
          <pc:docMk/>
          <pc:sldMk cId="1308642389" sldId="292"/>
        </pc:sldMkLst>
        <pc:spChg chg="mod">
          <ac:chgData name="Ryan Kusnadi" userId="4fb58c44f6c6a5cb" providerId="LiveId" clId="{CB48D145-7F78-4649-9ECC-A7A83723D3CB}" dt="2026-10-12T08:17:26.275" v="1102" actId="20577"/>
          <ac:spMkLst>
            <pc:docMk/>
            <pc:sldMk cId="1308642389" sldId="292"/>
            <ac:spMk id="8" creationId="{1F4256C9-CCD6-3C19-1910-7F9CD05D7865}"/>
          </ac:spMkLst>
        </pc:spChg>
      </pc:sldChg>
      <pc:sldChg chg="modSp add mod">
        <pc:chgData name="Ryan Kusnadi" userId="4fb58c44f6c6a5cb" providerId="LiveId" clId="{CB48D145-7F78-4649-9ECC-A7A83723D3CB}" dt="2026-10-12T12:14:26.819" v="1920" actId="20577"/>
        <pc:sldMkLst>
          <pc:docMk/>
          <pc:sldMk cId="2199728419" sldId="297"/>
        </pc:sldMkLst>
        <pc:spChg chg="mod">
          <ac:chgData name="Ryan Kusnadi" userId="4fb58c44f6c6a5cb" providerId="LiveId" clId="{CB48D145-7F78-4649-9ECC-A7A83723D3CB}" dt="2026-10-12T12:14:26.819" v="1920" actId="20577"/>
          <ac:spMkLst>
            <pc:docMk/>
            <pc:sldMk cId="2199728419" sldId="297"/>
            <ac:spMk id="2" creationId="{55D05984-A85D-AD81-ACFA-6298582F9EB8}"/>
          </ac:spMkLst>
        </pc:spChg>
      </pc:sldChg>
      <pc:sldChg chg="add">
        <pc:chgData name="Ryan Kusnadi" userId="4fb58c44f6c6a5cb" providerId="LiveId" clId="{CB48D145-7F78-4649-9ECC-A7A83723D3CB}" dt="2026-10-12T12:14:29.250" v="1921"/>
        <pc:sldMkLst>
          <pc:docMk/>
          <pc:sldMk cId="2776823690" sldId="298"/>
        </pc:sldMkLst>
      </pc:sldChg>
      <pc:sldChg chg="modSp add mod">
        <pc:chgData name="Ryan Kusnadi" userId="4fb58c44f6c6a5cb" providerId="LiveId" clId="{CB48D145-7F78-4649-9ECC-A7A83723D3CB}" dt="2026-10-12T12:14:44.682" v="1945" actId="20577"/>
        <pc:sldMkLst>
          <pc:docMk/>
          <pc:sldMk cId="2078631684" sldId="299"/>
        </pc:sldMkLst>
        <pc:spChg chg="mod">
          <ac:chgData name="Ryan Kusnadi" userId="4fb58c44f6c6a5cb" providerId="LiveId" clId="{CB48D145-7F78-4649-9ECC-A7A83723D3CB}" dt="2026-10-12T12:14:44.682" v="1945" actId="20577"/>
          <ac:spMkLst>
            <pc:docMk/>
            <pc:sldMk cId="2078631684" sldId="299"/>
            <ac:spMk id="2" creationId="{0E6357C1-C0C6-6BF1-AD0F-81EC08EEE408}"/>
          </ac:spMkLst>
        </pc:spChg>
      </pc:sldChg>
      <pc:sldChg chg="modSp add mod">
        <pc:chgData name="Ryan Kusnadi" userId="4fb58c44f6c6a5cb" providerId="LiveId" clId="{CB48D145-7F78-4649-9ECC-A7A83723D3CB}" dt="2026-10-12T12:15:03.491" v="1968" actId="20577"/>
        <pc:sldMkLst>
          <pc:docMk/>
          <pc:sldMk cId="1342430409" sldId="300"/>
        </pc:sldMkLst>
        <pc:spChg chg="mod">
          <ac:chgData name="Ryan Kusnadi" userId="4fb58c44f6c6a5cb" providerId="LiveId" clId="{CB48D145-7F78-4649-9ECC-A7A83723D3CB}" dt="2026-10-12T12:15:03.491" v="1968" actId="20577"/>
          <ac:spMkLst>
            <pc:docMk/>
            <pc:sldMk cId="1342430409" sldId="300"/>
            <ac:spMk id="2" creationId="{FC7B5895-5889-3596-7BBE-A59050E1EF1D}"/>
          </ac:spMkLst>
        </pc:spChg>
      </pc:sldChg>
      <pc:sldChg chg="modSp add mod">
        <pc:chgData name="Ryan Kusnadi" userId="4fb58c44f6c6a5cb" providerId="LiveId" clId="{CB48D145-7F78-4649-9ECC-A7A83723D3CB}" dt="2026-10-12T12:15:10.408" v="1985" actId="20577"/>
        <pc:sldMkLst>
          <pc:docMk/>
          <pc:sldMk cId="534743325" sldId="301"/>
        </pc:sldMkLst>
        <pc:spChg chg="mod">
          <ac:chgData name="Ryan Kusnadi" userId="4fb58c44f6c6a5cb" providerId="LiveId" clId="{CB48D145-7F78-4649-9ECC-A7A83723D3CB}" dt="2026-10-12T12:15:10.408" v="1985" actId="20577"/>
          <ac:spMkLst>
            <pc:docMk/>
            <pc:sldMk cId="534743325" sldId="301"/>
            <ac:spMk id="2" creationId="{F307DEA7-20CB-7CE4-46FB-BE772B66FA84}"/>
          </ac:spMkLst>
        </pc:spChg>
      </pc:sldChg>
      <pc:sldChg chg="addSp delSp modSp add mod ord">
        <pc:chgData name="Ryan Kusnadi" userId="4fb58c44f6c6a5cb" providerId="LiveId" clId="{CB48D145-7F78-4649-9ECC-A7A83723D3CB}" dt="2026-10-12T16:37:02.366" v="15658" actId="14100"/>
        <pc:sldMkLst>
          <pc:docMk/>
          <pc:sldMk cId="4115820276" sldId="303"/>
        </pc:sldMkLst>
        <pc:spChg chg="mod">
          <ac:chgData name="Ryan Kusnadi" userId="4fb58c44f6c6a5cb" providerId="LiveId" clId="{CB48D145-7F78-4649-9ECC-A7A83723D3CB}" dt="2026-10-12T13:22:58.831" v="6361"/>
          <ac:spMkLst>
            <pc:docMk/>
            <pc:sldMk cId="4115820276" sldId="303"/>
            <ac:spMk id="2" creationId="{4E73FE6B-1F1A-0BF6-8B92-A62C074F309B}"/>
          </ac:spMkLst>
        </pc:spChg>
        <pc:spChg chg="mod">
          <ac:chgData name="Ryan Kusnadi" userId="4fb58c44f6c6a5cb" providerId="LiveId" clId="{CB48D145-7F78-4649-9ECC-A7A83723D3CB}" dt="2026-10-12T13:41:05.379" v="7231" actId="20577"/>
          <ac:spMkLst>
            <pc:docMk/>
            <pc:sldMk cId="4115820276" sldId="303"/>
            <ac:spMk id="3" creationId="{FC7B2295-673A-FB1D-F6CD-9E7118FF0796}"/>
          </ac:spMkLst>
        </pc:spChg>
        <pc:spChg chg="mod">
          <ac:chgData name="Ryan Kusnadi" userId="4fb58c44f6c6a5cb" providerId="LiveId" clId="{CB48D145-7F78-4649-9ECC-A7A83723D3CB}" dt="2026-10-12T13:23:37.855" v="6369" actId="13926"/>
          <ac:spMkLst>
            <pc:docMk/>
            <pc:sldMk cId="4115820276" sldId="303"/>
            <ac:spMk id="5" creationId="{0DB40ECA-3E78-8858-FFB9-DF8D01D5CA46}"/>
          </ac:spMkLst>
        </pc:spChg>
        <pc:spChg chg="mod topLvl">
          <ac:chgData name="Ryan Kusnadi" userId="4fb58c44f6c6a5cb" providerId="LiveId" clId="{CB48D145-7F78-4649-9ECC-A7A83723D3CB}" dt="2026-10-12T14:01:05.489" v="8040" actId="554"/>
          <ac:spMkLst>
            <pc:docMk/>
            <pc:sldMk cId="4115820276" sldId="303"/>
            <ac:spMk id="18" creationId="{5920D787-20E1-B8EA-DBC0-61C420D5CABE}"/>
          </ac:spMkLst>
        </pc:spChg>
        <pc:spChg chg="mod topLvl">
          <ac:chgData name="Ryan Kusnadi" userId="4fb58c44f6c6a5cb" providerId="LiveId" clId="{CB48D145-7F78-4649-9ECC-A7A83723D3CB}" dt="2026-10-12T12:31:22.779" v="3103" actId="20577"/>
          <ac:spMkLst>
            <pc:docMk/>
            <pc:sldMk cId="4115820276" sldId="303"/>
            <ac:spMk id="25" creationId="{2D4C4A14-5E1C-7FC4-22E4-DDA51ECDF5F8}"/>
          </ac:spMkLst>
        </pc:spChg>
        <pc:spChg chg="add mod">
          <ac:chgData name="Ryan Kusnadi" userId="4fb58c44f6c6a5cb" providerId="LiveId" clId="{CB48D145-7F78-4649-9ECC-A7A83723D3CB}" dt="2026-10-12T13:25:26.578" v="6606" actId="1036"/>
          <ac:spMkLst>
            <pc:docMk/>
            <pc:sldMk cId="4115820276" sldId="303"/>
            <ac:spMk id="29" creationId="{DDB2870F-ADF2-48C5-15D8-C15690B27D12}"/>
          </ac:spMkLst>
        </pc:spChg>
        <pc:spChg chg="add mod">
          <ac:chgData name="Ryan Kusnadi" userId="4fb58c44f6c6a5cb" providerId="LiveId" clId="{CB48D145-7F78-4649-9ECC-A7A83723D3CB}" dt="2026-10-12T13:42:16.819" v="7248" actId="165"/>
          <ac:spMkLst>
            <pc:docMk/>
            <pc:sldMk cId="4115820276" sldId="303"/>
            <ac:spMk id="33" creationId="{8793FB14-4197-3420-6793-6AB3035FC7A8}"/>
          </ac:spMkLst>
        </pc:spChg>
        <pc:spChg chg="add del mod">
          <ac:chgData name="Ryan Kusnadi" userId="4fb58c44f6c6a5cb" providerId="LiveId" clId="{CB48D145-7F78-4649-9ECC-A7A83723D3CB}" dt="2026-10-12T13:18:02.865" v="6079" actId="164"/>
          <ac:spMkLst>
            <pc:docMk/>
            <pc:sldMk cId="4115820276" sldId="303"/>
            <ac:spMk id="37" creationId="{E8137CB4-6034-DEB7-7708-45DC142420D7}"/>
          </ac:spMkLst>
        </pc:spChg>
        <pc:spChg chg="add mod topLvl">
          <ac:chgData name="Ryan Kusnadi" userId="4fb58c44f6c6a5cb" providerId="LiveId" clId="{CB48D145-7F78-4649-9ECC-A7A83723D3CB}" dt="2026-10-12T13:42:20.155" v="7249" actId="164"/>
          <ac:spMkLst>
            <pc:docMk/>
            <pc:sldMk cId="4115820276" sldId="303"/>
            <ac:spMk id="43" creationId="{BAEB8064-CD8D-A444-11F6-409E8C2FA7C2}"/>
          </ac:spMkLst>
        </pc:spChg>
        <pc:spChg chg="add mod topLvl">
          <ac:chgData name="Ryan Kusnadi" userId="4fb58c44f6c6a5cb" providerId="LiveId" clId="{CB48D145-7F78-4649-9ECC-A7A83723D3CB}" dt="2026-10-12T13:42:20.155" v="7249" actId="164"/>
          <ac:spMkLst>
            <pc:docMk/>
            <pc:sldMk cId="4115820276" sldId="303"/>
            <ac:spMk id="45" creationId="{8C399849-21C3-F7F7-E591-67162B1C9FB9}"/>
          </ac:spMkLst>
        </pc:spChg>
        <pc:spChg chg="add mod">
          <ac:chgData name="Ryan Kusnadi" userId="4fb58c44f6c6a5cb" providerId="LiveId" clId="{CB48D145-7F78-4649-9ECC-A7A83723D3CB}" dt="2026-10-12T13:16:54.881" v="6061" actId="1036"/>
          <ac:spMkLst>
            <pc:docMk/>
            <pc:sldMk cId="4115820276" sldId="303"/>
            <ac:spMk id="47" creationId="{595A612E-1993-DC13-CF5F-F1531B52AA8F}"/>
          </ac:spMkLst>
        </pc:spChg>
        <pc:spChg chg="add mod topLvl">
          <ac:chgData name="Ryan Kusnadi" userId="4fb58c44f6c6a5cb" providerId="LiveId" clId="{CB48D145-7F78-4649-9ECC-A7A83723D3CB}" dt="2026-10-12T14:00:59.144" v="8038" actId="165"/>
          <ac:spMkLst>
            <pc:docMk/>
            <pc:sldMk cId="4115820276" sldId="303"/>
            <ac:spMk id="49" creationId="{ECD38463-FEF6-87B3-06A2-125B5A04ECE8}"/>
          </ac:spMkLst>
        </pc:spChg>
        <pc:spChg chg="add mod topLvl">
          <ac:chgData name="Ryan Kusnadi" userId="4fb58c44f6c6a5cb" providerId="LiveId" clId="{CB48D145-7F78-4649-9ECC-A7A83723D3CB}" dt="2026-10-12T14:00:59.144" v="8038" actId="165"/>
          <ac:spMkLst>
            <pc:docMk/>
            <pc:sldMk cId="4115820276" sldId="303"/>
            <ac:spMk id="51" creationId="{6C836B21-E095-88BC-3B26-7AC8F4620DB5}"/>
          </ac:spMkLst>
        </pc:spChg>
        <pc:spChg chg="add mod topLvl">
          <ac:chgData name="Ryan Kusnadi" userId="4fb58c44f6c6a5cb" providerId="LiveId" clId="{CB48D145-7F78-4649-9ECC-A7A83723D3CB}" dt="2026-10-12T14:00:59.144" v="8038" actId="165"/>
          <ac:spMkLst>
            <pc:docMk/>
            <pc:sldMk cId="4115820276" sldId="303"/>
            <ac:spMk id="54" creationId="{C9B2ADD6-1706-A236-3B59-F0FCCE9D92F1}"/>
          </ac:spMkLst>
        </pc:spChg>
        <pc:spChg chg="add mod topLvl">
          <ac:chgData name="Ryan Kusnadi" userId="4fb58c44f6c6a5cb" providerId="LiveId" clId="{CB48D145-7F78-4649-9ECC-A7A83723D3CB}" dt="2026-10-12T14:00:59.144" v="8038" actId="165"/>
          <ac:spMkLst>
            <pc:docMk/>
            <pc:sldMk cId="4115820276" sldId="303"/>
            <ac:spMk id="56" creationId="{41E51591-B234-1642-3CDB-C9FEABD6AC41}"/>
          </ac:spMkLst>
        </pc:spChg>
        <pc:spChg chg="mod ord topLvl">
          <ac:chgData name="Ryan Kusnadi" userId="4fb58c44f6c6a5cb" providerId="LiveId" clId="{CB48D145-7F78-4649-9ECC-A7A83723D3CB}" dt="2026-10-12T14:01:05.489" v="8040" actId="554"/>
          <ac:spMkLst>
            <pc:docMk/>
            <pc:sldMk cId="4115820276" sldId="303"/>
            <ac:spMk id="61" creationId="{6794BF5E-4DED-19F5-029C-3DE9EF2EB2F0}"/>
          </ac:spMkLst>
        </pc:spChg>
        <pc:spChg chg="add mod topLvl">
          <ac:chgData name="Ryan Kusnadi" userId="4fb58c44f6c6a5cb" providerId="LiveId" clId="{CB48D145-7F78-4649-9ECC-A7A83723D3CB}" dt="2026-10-12T13:42:20.155" v="7249" actId="164"/>
          <ac:spMkLst>
            <pc:docMk/>
            <pc:sldMk cId="4115820276" sldId="303"/>
            <ac:spMk id="62" creationId="{AF53E4B1-7954-3CD4-61FA-23E28C3243A4}"/>
          </ac:spMkLst>
        </pc:spChg>
        <pc:spChg chg="mod topLvl">
          <ac:chgData name="Ryan Kusnadi" userId="4fb58c44f6c6a5cb" providerId="LiveId" clId="{CB48D145-7F78-4649-9ECC-A7A83723D3CB}" dt="2026-10-12T13:09:17.328" v="5678" actId="14100"/>
          <ac:spMkLst>
            <pc:docMk/>
            <pc:sldMk cId="4115820276" sldId="303"/>
            <ac:spMk id="70" creationId="{175709CB-2E55-9980-CF24-AC74461715DE}"/>
          </ac:spMkLst>
        </pc:spChg>
        <pc:spChg chg="mod">
          <ac:chgData name="Ryan Kusnadi" userId="4fb58c44f6c6a5cb" providerId="LiveId" clId="{CB48D145-7F78-4649-9ECC-A7A83723D3CB}" dt="2026-10-12T16:36:41.227" v="15628" actId="14100"/>
          <ac:spMkLst>
            <pc:docMk/>
            <pc:sldMk cId="4115820276" sldId="303"/>
            <ac:spMk id="71" creationId="{2F05E98C-9B09-EF4D-C08E-ABFFF6BA6A6B}"/>
          </ac:spMkLst>
        </pc:spChg>
        <pc:spChg chg="mod topLvl">
          <ac:chgData name="Ryan Kusnadi" userId="4fb58c44f6c6a5cb" providerId="LiveId" clId="{CB48D145-7F78-4649-9ECC-A7A83723D3CB}" dt="2026-10-12T13:25:26.578" v="6606" actId="1036"/>
          <ac:spMkLst>
            <pc:docMk/>
            <pc:sldMk cId="4115820276" sldId="303"/>
            <ac:spMk id="72" creationId="{9E86F92D-31CF-868A-B041-9F1188E2C632}"/>
          </ac:spMkLst>
        </pc:spChg>
        <pc:spChg chg="add mod topLvl">
          <ac:chgData name="Ryan Kusnadi" userId="4fb58c44f6c6a5cb" providerId="LiveId" clId="{CB48D145-7F78-4649-9ECC-A7A83723D3CB}" dt="2026-10-12T16:36:44.841" v="15635" actId="14100"/>
          <ac:spMkLst>
            <pc:docMk/>
            <pc:sldMk cId="4115820276" sldId="303"/>
            <ac:spMk id="73" creationId="{343CAE37-5520-D717-DEF1-A803B8D2027F}"/>
          </ac:spMkLst>
        </pc:spChg>
        <pc:spChg chg="mod topLvl">
          <ac:chgData name="Ryan Kusnadi" userId="4fb58c44f6c6a5cb" providerId="LiveId" clId="{CB48D145-7F78-4649-9ECC-A7A83723D3CB}" dt="2026-10-12T13:25:26.578" v="6606" actId="1036"/>
          <ac:spMkLst>
            <pc:docMk/>
            <pc:sldMk cId="4115820276" sldId="303"/>
            <ac:spMk id="75" creationId="{6C54A406-8BF1-BAAA-AA4A-CA60596D3FE1}"/>
          </ac:spMkLst>
        </pc:spChg>
        <pc:spChg chg="add mod topLvl">
          <ac:chgData name="Ryan Kusnadi" userId="4fb58c44f6c6a5cb" providerId="LiveId" clId="{CB48D145-7F78-4649-9ECC-A7A83723D3CB}" dt="2026-10-12T16:36:50.998" v="15640" actId="14100"/>
          <ac:spMkLst>
            <pc:docMk/>
            <pc:sldMk cId="4115820276" sldId="303"/>
            <ac:spMk id="77" creationId="{D7F4D276-1A68-F4D9-3196-013720602E4C}"/>
          </ac:spMkLst>
        </pc:spChg>
        <pc:spChg chg="add mod topLvl">
          <ac:chgData name="Ryan Kusnadi" userId="4fb58c44f6c6a5cb" providerId="LiveId" clId="{CB48D145-7F78-4649-9ECC-A7A83723D3CB}" dt="2026-10-12T13:16:54.881" v="6061" actId="1036"/>
          <ac:spMkLst>
            <pc:docMk/>
            <pc:sldMk cId="4115820276" sldId="303"/>
            <ac:spMk id="81" creationId="{70648E8C-BD8E-4106-6E2B-642B40D1C572}"/>
          </ac:spMkLst>
        </pc:spChg>
        <pc:spChg chg="add mod topLvl">
          <ac:chgData name="Ryan Kusnadi" userId="4fb58c44f6c6a5cb" providerId="LiveId" clId="{CB48D145-7F78-4649-9ECC-A7A83723D3CB}" dt="2026-10-12T16:36:55.177" v="15647" actId="14100"/>
          <ac:spMkLst>
            <pc:docMk/>
            <pc:sldMk cId="4115820276" sldId="303"/>
            <ac:spMk id="82" creationId="{C69AA671-9B09-72F7-EED5-4CFB4AE0AE3F}"/>
          </ac:spMkLst>
        </pc:spChg>
        <pc:spChg chg="add mod topLvl">
          <ac:chgData name="Ryan Kusnadi" userId="4fb58c44f6c6a5cb" providerId="LiveId" clId="{CB48D145-7F78-4649-9ECC-A7A83723D3CB}" dt="2026-10-12T13:25:26.578" v="6606" actId="1036"/>
          <ac:spMkLst>
            <pc:docMk/>
            <pc:sldMk cId="4115820276" sldId="303"/>
            <ac:spMk id="83" creationId="{090580EB-513C-5C40-E9E0-4A9C7AC918E3}"/>
          </ac:spMkLst>
        </pc:spChg>
        <pc:spChg chg="mod topLvl">
          <ac:chgData name="Ryan Kusnadi" userId="4fb58c44f6c6a5cb" providerId="LiveId" clId="{CB48D145-7F78-4649-9ECC-A7A83723D3CB}" dt="2026-10-12T16:37:02.366" v="15658" actId="14100"/>
          <ac:spMkLst>
            <pc:docMk/>
            <pc:sldMk cId="4115820276" sldId="303"/>
            <ac:spMk id="84" creationId="{4A17F66F-A685-AC87-CB0E-170133757724}"/>
          </ac:spMkLst>
        </pc:spChg>
        <pc:spChg chg="add mod topLvl">
          <ac:chgData name="Ryan Kusnadi" userId="4fb58c44f6c6a5cb" providerId="LiveId" clId="{CB48D145-7F78-4649-9ECC-A7A83723D3CB}" dt="2026-10-12T13:18:40.072" v="6096" actId="403"/>
          <ac:spMkLst>
            <pc:docMk/>
            <pc:sldMk cId="4115820276" sldId="303"/>
            <ac:spMk id="87" creationId="{04A18EF7-DB25-5E60-D9F6-5F8B0B434547}"/>
          </ac:spMkLst>
        </pc:spChg>
        <pc:spChg chg="add mod topLvl">
          <ac:chgData name="Ryan Kusnadi" userId="4fb58c44f6c6a5cb" providerId="LiveId" clId="{CB48D145-7F78-4649-9ECC-A7A83723D3CB}" dt="2026-10-12T13:26:42.289" v="6622" actId="113"/>
          <ac:spMkLst>
            <pc:docMk/>
            <pc:sldMk cId="4115820276" sldId="303"/>
            <ac:spMk id="90" creationId="{6771A456-0AC7-1125-129B-E64C986F6E71}"/>
          </ac:spMkLst>
        </pc:spChg>
        <pc:spChg chg="mod">
          <ac:chgData name="Ryan Kusnadi" userId="4fb58c44f6c6a5cb" providerId="LiveId" clId="{CB48D145-7F78-4649-9ECC-A7A83723D3CB}" dt="2026-10-12T13:26:46.501" v="6623" actId="113"/>
          <ac:spMkLst>
            <pc:docMk/>
            <pc:sldMk cId="4115820276" sldId="303"/>
            <ac:spMk id="91" creationId="{7DCCB341-CDEA-4B5D-90CD-3C9961522769}"/>
          </ac:spMkLst>
        </pc:spChg>
        <pc:spChg chg="mod">
          <ac:chgData name="Ryan Kusnadi" userId="4fb58c44f6c6a5cb" providerId="LiveId" clId="{CB48D145-7F78-4649-9ECC-A7A83723D3CB}" dt="2026-10-12T13:26:57.779" v="6628" actId="113"/>
          <ac:spMkLst>
            <pc:docMk/>
            <pc:sldMk cId="4115820276" sldId="303"/>
            <ac:spMk id="99" creationId="{A05F51AD-071E-E6C7-9452-F55225977EDF}"/>
          </ac:spMkLst>
        </pc:spChg>
        <pc:spChg chg="mod">
          <ac:chgData name="Ryan Kusnadi" userId="4fb58c44f6c6a5cb" providerId="LiveId" clId="{CB48D145-7F78-4649-9ECC-A7A83723D3CB}" dt="2026-10-12T14:01:03.138" v="8039" actId="165"/>
          <ac:spMkLst>
            <pc:docMk/>
            <pc:sldMk cId="4115820276" sldId="303"/>
            <ac:spMk id="113" creationId="{C722275F-BB1B-2534-937C-497922538295}"/>
          </ac:spMkLst>
        </pc:spChg>
        <pc:spChg chg="add mod topLvl">
          <ac:chgData name="Ryan Kusnadi" userId="4fb58c44f6c6a5cb" providerId="LiveId" clId="{CB48D145-7F78-4649-9ECC-A7A83723D3CB}" dt="2026-10-12T14:00:59.144" v="8038" actId="165"/>
          <ac:spMkLst>
            <pc:docMk/>
            <pc:sldMk cId="4115820276" sldId="303"/>
            <ac:spMk id="114" creationId="{D637DA04-76E0-8A47-EEBA-56A065D3F4DF}"/>
          </ac:spMkLst>
        </pc:spChg>
        <pc:spChg chg="mod">
          <ac:chgData name="Ryan Kusnadi" userId="4fb58c44f6c6a5cb" providerId="LiveId" clId="{CB48D145-7F78-4649-9ECC-A7A83723D3CB}" dt="2026-10-12T14:01:03.138" v="8039" actId="165"/>
          <ac:spMkLst>
            <pc:docMk/>
            <pc:sldMk cId="4115820276" sldId="303"/>
            <ac:spMk id="115" creationId="{5D8D17D0-0177-03CF-D770-272FD7A6283E}"/>
          </ac:spMkLst>
        </pc:spChg>
        <pc:spChg chg="mod">
          <ac:chgData name="Ryan Kusnadi" userId="4fb58c44f6c6a5cb" providerId="LiveId" clId="{CB48D145-7F78-4649-9ECC-A7A83723D3CB}" dt="2026-10-12T14:01:03.138" v="8039" actId="165"/>
          <ac:spMkLst>
            <pc:docMk/>
            <pc:sldMk cId="4115820276" sldId="303"/>
            <ac:spMk id="117" creationId="{23D68D1B-E616-66CF-4DD1-318C506FB420}"/>
          </ac:spMkLst>
        </pc:spChg>
        <pc:spChg chg="add mod">
          <ac:chgData name="Ryan Kusnadi" userId="4fb58c44f6c6a5cb" providerId="LiveId" clId="{CB48D145-7F78-4649-9ECC-A7A83723D3CB}" dt="2026-10-12T13:16:25.226" v="6034" actId="164"/>
          <ac:spMkLst>
            <pc:docMk/>
            <pc:sldMk cId="4115820276" sldId="303"/>
            <ac:spMk id="118" creationId="{2F50640E-5781-F1A5-607A-DE91C165F437}"/>
          </ac:spMkLst>
        </pc:spChg>
        <pc:spChg chg="mod topLvl">
          <ac:chgData name="Ryan Kusnadi" userId="4fb58c44f6c6a5cb" providerId="LiveId" clId="{CB48D145-7F78-4649-9ECC-A7A83723D3CB}" dt="2026-10-12T14:01:03.138" v="8039" actId="165"/>
          <ac:spMkLst>
            <pc:docMk/>
            <pc:sldMk cId="4115820276" sldId="303"/>
            <ac:spMk id="119" creationId="{BE04053B-C98A-B041-19F6-9FE37901B0DB}"/>
          </ac:spMkLst>
        </pc:spChg>
        <pc:spChg chg="add mod">
          <ac:chgData name="Ryan Kusnadi" userId="4fb58c44f6c6a5cb" providerId="LiveId" clId="{CB48D145-7F78-4649-9ECC-A7A83723D3CB}" dt="2026-10-12T13:16:39.297" v="6038" actId="164"/>
          <ac:spMkLst>
            <pc:docMk/>
            <pc:sldMk cId="4115820276" sldId="303"/>
            <ac:spMk id="123" creationId="{53A501EE-2DC1-2BE7-CC1D-32B81A9D13D0}"/>
          </ac:spMkLst>
        </pc:spChg>
        <pc:spChg chg="add mod">
          <ac:chgData name="Ryan Kusnadi" userId="4fb58c44f6c6a5cb" providerId="LiveId" clId="{CB48D145-7F78-4649-9ECC-A7A83723D3CB}" dt="2026-10-12T13:16:39.297" v="6038" actId="164"/>
          <ac:spMkLst>
            <pc:docMk/>
            <pc:sldMk cId="4115820276" sldId="303"/>
            <ac:spMk id="125" creationId="{8F0027D8-78B3-B3A0-2E8C-3158AE460AFA}"/>
          </ac:spMkLst>
        </pc:spChg>
        <pc:spChg chg="add mod">
          <ac:chgData name="Ryan Kusnadi" userId="4fb58c44f6c6a5cb" providerId="LiveId" clId="{CB48D145-7F78-4649-9ECC-A7A83723D3CB}" dt="2026-10-12T13:16:39.297" v="6038" actId="164"/>
          <ac:spMkLst>
            <pc:docMk/>
            <pc:sldMk cId="4115820276" sldId="303"/>
            <ac:spMk id="127" creationId="{1DE4365C-BC5C-CF55-2BD5-83D2C806CDEE}"/>
          </ac:spMkLst>
        </pc:spChg>
        <pc:spChg chg="mod">
          <ac:chgData name="Ryan Kusnadi" userId="4fb58c44f6c6a5cb" providerId="LiveId" clId="{CB48D145-7F78-4649-9ECC-A7A83723D3CB}" dt="2026-10-12T13:25:59.901" v="6612" actId="553"/>
          <ac:spMkLst>
            <pc:docMk/>
            <pc:sldMk cId="4115820276" sldId="303"/>
            <ac:spMk id="203" creationId="{AAD37FD7-B7AB-8762-91F5-B18102DCC583}"/>
          </ac:spMkLst>
        </pc:spChg>
        <pc:spChg chg="add mod">
          <ac:chgData name="Ryan Kusnadi" userId="4fb58c44f6c6a5cb" providerId="LiveId" clId="{CB48D145-7F78-4649-9ECC-A7A83723D3CB}" dt="2026-10-12T13:16:39.297" v="6038" actId="164"/>
          <ac:spMkLst>
            <pc:docMk/>
            <pc:sldMk cId="4115820276" sldId="303"/>
            <ac:spMk id="204" creationId="{E420C02B-65F7-6086-CAF7-03CA8A421D7F}"/>
          </ac:spMkLst>
        </pc:spChg>
        <pc:spChg chg="mod topLvl">
          <ac:chgData name="Ryan Kusnadi" userId="4fb58c44f6c6a5cb" providerId="LiveId" clId="{CB48D145-7F78-4649-9ECC-A7A83723D3CB}" dt="2026-10-12T13:42:16.819" v="7248" actId="165"/>
          <ac:spMkLst>
            <pc:docMk/>
            <pc:sldMk cId="4115820276" sldId="303"/>
            <ac:spMk id="287" creationId="{779FAEB3-77E2-6665-AFEF-199B59EADA16}"/>
          </ac:spMkLst>
        </pc:spChg>
        <pc:spChg chg="mod topLvl">
          <ac:chgData name="Ryan Kusnadi" userId="4fb58c44f6c6a5cb" providerId="LiveId" clId="{CB48D145-7F78-4649-9ECC-A7A83723D3CB}" dt="2026-10-12T12:57:57.148" v="4877" actId="165"/>
          <ac:spMkLst>
            <pc:docMk/>
            <pc:sldMk cId="4115820276" sldId="303"/>
            <ac:spMk id="290" creationId="{2E507C81-EF7D-8375-427B-962B7E702BC6}"/>
          </ac:spMkLst>
        </pc:spChg>
        <pc:spChg chg="mod topLvl">
          <ac:chgData name="Ryan Kusnadi" userId="4fb58c44f6c6a5cb" providerId="LiveId" clId="{CB48D145-7F78-4649-9ECC-A7A83723D3CB}" dt="2026-10-12T13:42:16.819" v="7248" actId="165"/>
          <ac:spMkLst>
            <pc:docMk/>
            <pc:sldMk cId="4115820276" sldId="303"/>
            <ac:spMk id="292" creationId="{84869704-F413-21AE-1734-95798A7A6604}"/>
          </ac:spMkLst>
        </pc:spChg>
        <pc:spChg chg="mod topLvl">
          <ac:chgData name="Ryan Kusnadi" userId="4fb58c44f6c6a5cb" providerId="LiveId" clId="{CB48D145-7F78-4649-9ECC-A7A83723D3CB}" dt="2026-10-12T13:42:16.819" v="7248" actId="165"/>
          <ac:spMkLst>
            <pc:docMk/>
            <pc:sldMk cId="4115820276" sldId="303"/>
            <ac:spMk id="294" creationId="{252AE9A6-09AD-40F6-FB16-EA071E0A8739}"/>
          </ac:spMkLst>
        </pc:spChg>
        <pc:spChg chg="mod topLvl">
          <ac:chgData name="Ryan Kusnadi" userId="4fb58c44f6c6a5cb" providerId="LiveId" clId="{CB48D145-7F78-4649-9ECC-A7A83723D3CB}" dt="2026-10-12T13:42:16.819" v="7248" actId="165"/>
          <ac:spMkLst>
            <pc:docMk/>
            <pc:sldMk cId="4115820276" sldId="303"/>
            <ac:spMk id="296" creationId="{52A1B151-5C59-2C1A-68DD-FF5E737108F5}"/>
          </ac:spMkLst>
        </pc:spChg>
        <pc:spChg chg="mod topLvl">
          <ac:chgData name="Ryan Kusnadi" userId="4fb58c44f6c6a5cb" providerId="LiveId" clId="{CB48D145-7F78-4649-9ECC-A7A83723D3CB}" dt="2026-10-12T13:42:16.819" v="7248" actId="165"/>
          <ac:spMkLst>
            <pc:docMk/>
            <pc:sldMk cId="4115820276" sldId="303"/>
            <ac:spMk id="298" creationId="{A390D8FB-AAB4-F17E-69D1-10CFA67A97B7}"/>
          </ac:spMkLst>
        </pc:spChg>
        <pc:spChg chg="mod topLvl">
          <ac:chgData name="Ryan Kusnadi" userId="4fb58c44f6c6a5cb" providerId="LiveId" clId="{CB48D145-7F78-4649-9ECC-A7A83723D3CB}" dt="2026-10-12T13:42:16.819" v="7248" actId="165"/>
          <ac:spMkLst>
            <pc:docMk/>
            <pc:sldMk cId="4115820276" sldId="303"/>
            <ac:spMk id="300" creationId="{25695E4B-F867-6C24-D493-F13884649913}"/>
          </ac:spMkLst>
        </pc:spChg>
        <pc:grpChg chg="mod">
          <ac:chgData name="Ryan Kusnadi" userId="4fb58c44f6c6a5cb" providerId="LiveId" clId="{CB48D145-7F78-4649-9ECC-A7A83723D3CB}" dt="2026-10-12T12:38:53.799" v="3776" actId="164"/>
          <ac:grpSpMkLst>
            <pc:docMk/>
            <pc:sldMk cId="4115820276" sldId="303"/>
            <ac:grpSpMk id="64" creationId="{8F37A760-C5C4-3F2A-4BA4-A2A22E05F42B}"/>
          </ac:grpSpMkLst>
        </pc:grpChg>
        <pc:grpChg chg="add mod">
          <ac:chgData name="Ryan Kusnadi" userId="4fb58c44f6c6a5cb" providerId="LiveId" clId="{CB48D145-7F78-4649-9ECC-A7A83723D3CB}" dt="2026-10-12T13:42:20.155" v="7249" actId="164"/>
          <ac:grpSpMkLst>
            <pc:docMk/>
            <pc:sldMk cId="4115820276" sldId="303"/>
            <ac:grpSpMk id="65" creationId="{E737FCB5-10BB-DDC8-39DA-AD5BED4A75BD}"/>
          </ac:grpSpMkLst>
        </pc:grpChg>
        <pc:grpChg chg="mod topLvl">
          <ac:chgData name="Ryan Kusnadi" userId="4fb58c44f6c6a5cb" providerId="LiveId" clId="{CB48D145-7F78-4649-9ECC-A7A83723D3CB}" dt="2026-10-12T14:01:03.138" v="8039" actId="165"/>
          <ac:grpSpMkLst>
            <pc:docMk/>
            <pc:sldMk cId="4115820276" sldId="303"/>
            <ac:grpSpMk id="120" creationId="{CC58A38C-4AF1-9003-DACE-01F6264E7D01}"/>
          </ac:grpSpMkLst>
        </pc:grpChg>
        <pc:grpChg chg="add mod">
          <ac:chgData name="Ryan Kusnadi" userId="4fb58c44f6c6a5cb" providerId="LiveId" clId="{CB48D145-7F78-4649-9ECC-A7A83723D3CB}" dt="2026-10-12T13:42:27.731" v="7251" actId="164"/>
          <ac:grpSpMkLst>
            <pc:docMk/>
            <pc:sldMk cId="4115820276" sldId="303"/>
            <ac:grpSpMk id="228" creationId="{FA85289E-B360-CFCF-CFBE-717C44EF8DC3}"/>
          </ac:grpSpMkLst>
        </pc:grpChg>
        <pc:grpChg chg="add mod">
          <ac:chgData name="Ryan Kusnadi" userId="4fb58c44f6c6a5cb" providerId="LiveId" clId="{CB48D145-7F78-4649-9ECC-A7A83723D3CB}" dt="2026-10-12T13:42:27.731" v="7251" actId="164"/>
          <ac:grpSpMkLst>
            <pc:docMk/>
            <pc:sldMk cId="4115820276" sldId="303"/>
            <ac:grpSpMk id="230" creationId="{5D544924-7406-0C1F-C834-995BBCAE6C03}"/>
          </ac:grpSpMkLst>
        </pc:grpChg>
        <pc:grpChg chg="add mod">
          <ac:chgData name="Ryan Kusnadi" userId="4fb58c44f6c6a5cb" providerId="LiveId" clId="{CB48D145-7F78-4649-9ECC-A7A83723D3CB}" dt="2026-10-12T13:42:31.464" v="7253" actId="12789"/>
          <ac:grpSpMkLst>
            <pc:docMk/>
            <pc:sldMk cId="4115820276" sldId="303"/>
            <ac:grpSpMk id="238" creationId="{696B2601-B8D0-F825-C29E-FA50122EA778}"/>
          </ac:grpSpMkLst>
        </pc:grpChg>
        <pc:grpChg chg="add mod">
          <ac:chgData name="Ryan Kusnadi" userId="4fb58c44f6c6a5cb" providerId="LiveId" clId="{CB48D145-7F78-4649-9ECC-A7A83723D3CB}" dt="2026-10-12T14:00:39.217" v="8030" actId="14100"/>
          <ac:grpSpMkLst>
            <pc:docMk/>
            <pc:sldMk cId="4115820276" sldId="303"/>
            <ac:grpSpMk id="240" creationId="{205CE2A5-76EF-82CE-B8D2-6D923F634176}"/>
          </ac:grpSpMkLst>
        </pc:grpChg>
        <pc:grpChg chg="mod">
          <ac:chgData name="Ryan Kusnadi" userId="4fb58c44f6c6a5cb" providerId="LiveId" clId="{CB48D145-7F78-4649-9ECC-A7A83723D3CB}" dt="2026-10-12T12:38:52.005" v="3775" actId="164"/>
          <ac:grpSpMkLst>
            <pc:docMk/>
            <pc:sldMk cId="4115820276" sldId="303"/>
            <ac:grpSpMk id="307" creationId="{6F30DBCC-506F-57E9-A100-3BA8A38A739D}"/>
          </ac:grpSpMkLst>
        </pc:grpChg>
        <pc:grpChg chg="mod">
          <ac:chgData name="Ryan Kusnadi" userId="4fb58c44f6c6a5cb" providerId="LiveId" clId="{CB48D145-7F78-4649-9ECC-A7A83723D3CB}" dt="2026-10-12T12:38:52.005" v="3775" actId="164"/>
          <ac:grpSpMkLst>
            <pc:docMk/>
            <pc:sldMk cId="4115820276" sldId="303"/>
            <ac:grpSpMk id="316" creationId="{343B0627-17EC-FBDC-CFAE-B6E94C25FE6F}"/>
          </ac:grpSpMkLst>
        </pc:grpChg>
        <pc:grpChg chg="mod">
          <ac:chgData name="Ryan Kusnadi" userId="4fb58c44f6c6a5cb" providerId="LiveId" clId="{CB48D145-7F78-4649-9ECC-A7A83723D3CB}" dt="2026-10-12T12:35:57.281" v="3462" actId="12788"/>
          <ac:grpSpMkLst>
            <pc:docMk/>
            <pc:sldMk cId="4115820276" sldId="303"/>
            <ac:grpSpMk id="318" creationId="{8104917E-9B27-C264-B390-A6EB2B5E582B}"/>
          </ac:grpSpMkLst>
        </pc:grpChg>
        <pc:picChg chg="mod topLvl">
          <ac:chgData name="Ryan Kusnadi" userId="4fb58c44f6c6a5cb" providerId="LiveId" clId="{CB48D145-7F78-4649-9ECC-A7A83723D3CB}" dt="2026-10-12T12:29:09.775" v="2952" actId="1038"/>
          <ac:picMkLst>
            <pc:docMk/>
            <pc:sldMk cId="4115820276" sldId="303"/>
            <ac:picMk id="14" creationId="{A7D32188-5357-378B-4DEB-735EA5A67C28}"/>
          </ac:picMkLst>
        </pc:picChg>
        <pc:picChg chg="add mod">
          <ac:chgData name="Ryan Kusnadi" userId="4fb58c44f6c6a5cb" providerId="LiveId" clId="{CB48D145-7F78-4649-9ECC-A7A83723D3CB}" dt="2026-10-12T13:16:25.226" v="6034" actId="164"/>
          <ac:picMkLst>
            <pc:docMk/>
            <pc:sldMk cId="4115820276" sldId="303"/>
            <ac:picMk id="207" creationId="{BA572EA0-DE65-1255-2364-398F4703B867}"/>
          </ac:picMkLst>
        </pc:picChg>
        <pc:picChg chg="add mod ord">
          <ac:chgData name="Ryan Kusnadi" userId="4fb58c44f6c6a5cb" providerId="LiveId" clId="{CB48D145-7F78-4649-9ECC-A7A83723D3CB}" dt="2026-10-12T13:16:25.226" v="6034" actId="164"/>
          <ac:picMkLst>
            <pc:docMk/>
            <pc:sldMk cId="4115820276" sldId="303"/>
            <ac:picMk id="209" creationId="{B97FA0C0-C206-8BE9-12E7-F5EF219EFCEF}"/>
          </ac:picMkLst>
        </pc:picChg>
        <pc:picChg chg="add mod">
          <ac:chgData name="Ryan Kusnadi" userId="4fb58c44f6c6a5cb" providerId="LiveId" clId="{CB48D145-7F78-4649-9ECC-A7A83723D3CB}" dt="2026-10-12T13:16:25.226" v="6034" actId="164"/>
          <ac:picMkLst>
            <pc:docMk/>
            <pc:sldMk cId="4115820276" sldId="303"/>
            <ac:picMk id="211" creationId="{84802CEC-FC39-4CF8-BF49-0385BCDC77ED}"/>
          </ac:picMkLst>
        </pc:picChg>
        <pc:picChg chg="add mod">
          <ac:chgData name="Ryan Kusnadi" userId="4fb58c44f6c6a5cb" providerId="LiveId" clId="{CB48D145-7F78-4649-9ECC-A7A83723D3CB}" dt="2026-10-12T13:16:25.226" v="6034" actId="164"/>
          <ac:picMkLst>
            <pc:docMk/>
            <pc:sldMk cId="4115820276" sldId="303"/>
            <ac:picMk id="213" creationId="{4AC2B33F-CC98-2292-2DC7-EAD3D7681B8E}"/>
          </ac:picMkLst>
        </pc:picChg>
        <pc:picChg chg="add mod ord">
          <ac:chgData name="Ryan Kusnadi" userId="4fb58c44f6c6a5cb" providerId="LiveId" clId="{CB48D145-7F78-4649-9ECC-A7A83723D3CB}" dt="2026-10-12T13:16:25.226" v="6034" actId="164"/>
          <ac:picMkLst>
            <pc:docMk/>
            <pc:sldMk cId="4115820276" sldId="303"/>
            <ac:picMk id="217" creationId="{815656E0-6349-6872-6AA6-2D996901BE35}"/>
          </ac:picMkLst>
        </pc:picChg>
        <pc:picChg chg="add mod">
          <ac:chgData name="Ryan Kusnadi" userId="4fb58c44f6c6a5cb" providerId="LiveId" clId="{CB48D145-7F78-4649-9ECC-A7A83723D3CB}" dt="2026-10-12T13:16:25.226" v="6034" actId="164"/>
          <ac:picMkLst>
            <pc:docMk/>
            <pc:sldMk cId="4115820276" sldId="303"/>
            <ac:picMk id="222" creationId="{4F28FBFD-043D-0504-D122-D02804E39FA3}"/>
          </ac:picMkLst>
        </pc:picChg>
        <pc:picChg chg="mod">
          <ac:chgData name="Ryan Kusnadi" userId="4fb58c44f6c6a5cb" providerId="LiveId" clId="{CB48D145-7F78-4649-9ECC-A7A83723D3CB}" dt="2026-10-12T12:35:03.610" v="3377" actId="165"/>
          <ac:picMkLst>
            <pc:docMk/>
            <pc:sldMk cId="4115820276" sldId="303"/>
            <ac:picMk id="247" creationId="{4A300DFA-894C-FA53-51FA-A622217B6707}"/>
          </ac:picMkLst>
        </pc:picChg>
        <pc:picChg chg="mod">
          <ac:chgData name="Ryan Kusnadi" userId="4fb58c44f6c6a5cb" providerId="LiveId" clId="{CB48D145-7F78-4649-9ECC-A7A83723D3CB}" dt="2026-10-12T12:35:03.610" v="3377" actId="165"/>
          <ac:picMkLst>
            <pc:docMk/>
            <pc:sldMk cId="4115820276" sldId="303"/>
            <ac:picMk id="253" creationId="{DDC6DE12-BE7D-3BAF-5731-374431BE5499}"/>
          </ac:picMkLst>
        </pc:picChg>
        <pc:picChg chg="mod">
          <ac:chgData name="Ryan Kusnadi" userId="4fb58c44f6c6a5cb" providerId="LiveId" clId="{CB48D145-7F78-4649-9ECC-A7A83723D3CB}" dt="2026-10-12T12:38:52.005" v="3775" actId="164"/>
          <ac:picMkLst>
            <pc:docMk/>
            <pc:sldMk cId="4115820276" sldId="303"/>
            <ac:picMk id="301" creationId="{109D01E7-BD90-2B1D-EEF5-C2DFEFC587FB}"/>
          </ac:picMkLst>
        </pc:picChg>
        <pc:picChg chg="mod">
          <ac:chgData name="Ryan Kusnadi" userId="4fb58c44f6c6a5cb" providerId="LiveId" clId="{CB48D145-7F78-4649-9ECC-A7A83723D3CB}" dt="2026-10-12T12:35:03.610" v="3377" actId="165"/>
          <ac:picMkLst>
            <pc:docMk/>
            <pc:sldMk cId="4115820276" sldId="303"/>
            <ac:picMk id="309" creationId="{8B4CA421-FF72-4386-EBD5-2C59457D3C84}"/>
          </ac:picMkLst>
        </pc:picChg>
        <pc:cxnChg chg="mod ord topLvl">
          <ac:chgData name="Ryan Kusnadi" userId="4fb58c44f6c6a5cb" providerId="LiveId" clId="{CB48D145-7F78-4649-9ECC-A7A83723D3CB}" dt="2026-10-12T12:24:06.365" v="2186" actId="165"/>
          <ac:cxnSpMkLst>
            <pc:docMk/>
            <pc:sldMk cId="4115820276" sldId="303"/>
            <ac:cxnSpMk id="24" creationId="{2E54DCC7-64A3-D975-DAFB-601EF497C046}"/>
          </ac:cxnSpMkLst>
        </pc:cxnChg>
        <pc:cxnChg chg="add mod">
          <ac:chgData name="Ryan Kusnadi" userId="4fb58c44f6c6a5cb" providerId="LiveId" clId="{CB48D145-7F78-4649-9ECC-A7A83723D3CB}" dt="2026-10-12T12:49:46.054" v="4450" actId="1035"/>
          <ac:cxnSpMkLst>
            <pc:docMk/>
            <pc:sldMk cId="4115820276" sldId="303"/>
            <ac:cxnSpMk id="28" creationId="{BC5E38C6-E566-B22E-C876-1C696B4BA0C3}"/>
          </ac:cxnSpMkLst>
        </pc:cxnChg>
        <pc:cxnChg chg="mod">
          <ac:chgData name="Ryan Kusnadi" userId="4fb58c44f6c6a5cb" providerId="LiveId" clId="{CB48D145-7F78-4649-9ECC-A7A83723D3CB}" dt="2026-10-12T13:09:17.328" v="5678" actId="14100"/>
          <ac:cxnSpMkLst>
            <pc:docMk/>
            <pc:sldMk cId="4115820276" sldId="303"/>
            <ac:cxnSpMk id="69" creationId="{EBEFACFC-1CC4-C6F1-4637-B9EE6198414D}"/>
          </ac:cxnSpMkLst>
        </pc:cxnChg>
      </pc:sldChg>
      <pc:sldChg chg="addSp modSp add mod">
        <pc:chgData name="Ryan Kusnadi" userId="4fb58c44f6c6a5cb" providerId="LiveId" clId="{CB48D145-7F78-4649-9ECC-A7A83723D3CB}" dt="2026-10-12T14:36:15.030" v="9626" actId="164"/>
        <pc:sldMkLst>
          <pc:docMk/>
          <pc:sldMk cId="4246015871" sldId="304"/>
        </pc:sldMkLst>
        <pc:spChg chg="add mod">
          <ac:chgData name="Ryan Kusnadi" userId="4fb58c44f6c6a5cb" providerId="LiveId" clId="{CB48D145-7F78-4649-9ECC-A7A83723D3CB}" dt="2026-10-12T14:36:15.030" v="9626" actId="164"/>
          <ac:spMkLst>
            <pc:docMk/>
            <pc:sldMk cId="4246015871" sldId="304"/>
            <ac:spMk id="57" creationId="{B8304274-5B2C-9FBB-98D7-37BFC1A0224C}"/>
          </ac:spMkLst>
        </pc:spChg>
        <pc:spChg chg="mod">
          <ac:chgData name="Ryan Kusnadi" userId="4fb58c44f6c6a5cb" providerId="LiveId" clId="{CB48D145-7F78-4649-9ECC-A7A83723D3CB}" dt="2026-10-12T14:36:13.611" v="9625"/>
          <ac:spMkLst>
            <pc:docMk/>
            <pc:sldMk cId="4246015871" sldId="304"/>
            <ac:spMk id="85" creationId="{A75F053B-9E03-3936-629D-2318AA848530}"/>
          </ac:spMkLst>
        </pc:spChg>
        <pc:spChg chg="mod">
          <ac:chgData name="Ryan Kusnadi" userId="4fb58c44f6c6a5cb" providerId="LiveId" clId="{CB48D145-7F78-4649-9ECC-A7A83723D3CB}" dt="2026-10-12T14:36:13.611" v="9625"/>
          <ac:spMkLst>
            <pc:docMk/>
            <pc:sldMk cId="4246015871" sldId="304"/>
            <ac:spMk id="86" creationId="{E22D813B-3864-050F-01EB-51882ACA4A2E}"/>
          </ac:spMkLst>
        </pc:spChg>
        <pc:grpChg chg="add mod">
          <ac:chgData name="Ryan Kusnadi" userId="4fb58c44f6c6a5cb" providerId="LiveId" clId="{CB48D145-7F78-4649-9ECC-A7A83723D3CB}" dt="2026-10-12T14:36:15.030" v="9626" actId="164"/>
          <ac:grpSpMkLst>
            <pc:docMk/>
            <pc:sldMk cId="4246015871" sldId="304"/>
            <ac:grpSpMk id="6" creationId="{0F0ACD1B-0955-0C5B-94A9-156F8F8F7D89}"/>
          </ac:grpSpMkLst>
        </pc:grpChg>
        <pc:grpChg chg="add mod">
          <ac:chgData name="Ryan Kusnadi" userId="4fb58c44f6c6a5cb" providerId="LiveId" clId="{CB48D145-7F78-4649-9ECC-A7A83723D3CB}" dt="2026-10-12T14:36:15.030" v="9626" actId="164"/>
          <ac:grpSpMkLst>
            <pc:docMk/>
            <pc:sldMk cId="4246015871" sldId="304"/>
            <ac:grpSpMk id="82" creationId="{14535990-6915-20EC-CBDD-55379323230B}"/>
          </ac:grpSpMkLst>
        </pc:grpChg>
        <pc:grpChg chg="mod">
          <ac:chgData name="Ryan Kusnadi" userId="4fb58c44f6c6a5cb" providerId="LiveId" clId="{CB48D145-7F78-4649-9ECC-A7A83723D3CB}" dt="2026-10-12T14:36:13.611" v="9625"/>
          <ac:grpSpMkLst>
            <pc:docMk/>
            <pc:sldMk cId="4246015871" sldId="304"/>
            <ac:grpSpMk id="84" creationId="{F55339A8-26A7-3316-B006-2048D4E710A1}"/>
          </ac:grpSpMkLst>
        </pc:grpChg>
        <pc:graphicFrameChg chg="add mod">
          <ac:chgData name="Ryan Kusnadi" userId="4fb58c44f6c6a5cb" providerId="LiveId" clId="{CB48D145-7F78-4649-9ECC-A7A83723D3CB}" dt="2026-10-12T14:36:15.030" v="9626" actId="164"/>
          <ac:graphicFrameMkLst>
            <pc:docMk/>
            <pc:sldMk cId="4246015871" sldId="304"/>
            <ac:graphicFrameMk id="48" creationId="{0797F946-BC19-FEE0-438D-55E5BA9FDEFF}"/>
          </ac:graphicFrameMkLst>
        </pc:graphicFrameChg>
        <pc:cxnChg chg="mod">
          <ac:chgData name="Ryan Kusnadi" userId="4fb58c44f6c6a5cb" providerId="LiveId" clId="{CB48D145-7F78-4649-9ECC-A7A83723D3CB}" dt="2026-10-12T14:36:13.611" v="9625"/>
          <ac:cxnSpMkLst>
            <pc:docMk/>
            <pc:sldMk cId="4246015871" sldId="304"/>
            <ac:cxnSpMk id="83" creationId="{858B2787-B6D6-64F9-E4B7-7503A9F4F6E6}"/>
          </ac:cxnSpMkLst>
        </pc:cxnChg>
      </pc:sldChg>
      <pc:sldChg chg="addSp delSp modSp add mod">
        <pc:chgData name="Ryan Kusnadi" userId="4fb58c44f6c6a5cb" providerId="LiveId" clId="{CB48D145-7F78-4649-9ECC-A7A83723D3CB}" dt="2026-10-15T04:40:52.546" v="18412" actId="20577"/>
        <pc:sldMkLst>
          <pc:docMk/>
          <pc:sldMk cId="3191041250" sldId="305"/>
        </pc:sldMkLst>
        <pc:spChg chg="mod">
          <ac:chgData name="Ryan Kusnadi" userId="4fb58c44f6c6a5cb" providerId="LiveId" clId="{CB48D145-7F78-4649-9ECC-A7A83723D3CB}" dt="2026-10-12T15:51:40.199" v="14815" actId="20577"/>
          <ac:spMkLst>
            <pc:docMk/>
            <pc:sldMk cId="3191041250" sldId="305"/>
            <ac:spMk id="2" creationId="{EF197D73-166F-5F7D-29F6-BDCE6937226D}"/>
          </ac:spMkLst>
        </pc:spChg>
        <pc:spChg chg="mod">
          <ac:chgData name="Ryan Kusnadi" userId="4fb58c44f6c6a5cb" providerId="LiveId" clId="{CB48D145-7F78-4649-9ECC-A7A83723D3CB}" dt="2026-10-12T15:48:05.769" v="14161" actId="20577"/>
          <ac:spMkLst>
            <pc:docMk/>
            <pc:sldMk cId="3191041250" sldId="305"/>
            <ac:spMk id="3" creationId="{11E6ADBD-AFDE-634D-BA7F-33B9BEE76C87}"/>
          </ac:spMkLst>
        </pc:spChg>
        <pc:spChg chg="add mod">
          <ac:chgData name="Ryan Kusnadi" userId="4fb58c44f6c6a5cb" providerId="LiveId" clId="{CB48D145-7F78-4649-9ECC-A7A83723D3CB}" dt="2026-10-15T04:40:28.090" v="18270" actId="14100"/>
          <ac:spMkLst>
            <pc:docMk/>
            <pc:sldMk cId="3191041250" sldId="305"/>
            <ac:spMk id="7" creationId="{CD6BABFC-B18D-8E7B-F48C-56346BA429BF}"/>
          </ac:spMkLst>
        </pc:spChg>
        <pc:spChg chg="mod">
          <ac:chgData name="Ryan Kusnadi" userId="4fb58c44f6c6a5cb" providerId="LiveId" clId="{CB48D145-7F78-4649-9ECC-A7A83723D3CB}" dt="2026-10-15T04:40:28.090" v="18270" actId="14100"/>
          <ac:spMkLst>
            <pc:docMk/>
            <pc:sldMk cId="3191041250" sldId="305"/>
            <ac:spMk id="8" creationId="{563D8B8B-8130-C4C0-1E21-2D4B32889FE1}"/>
          </ac:spMkLst>
        </pc:spChg>
        <pc:spChg chg="add mod">
          <ac:chgData name="Ryan Kusnadi" userId="4fb58c44f6c6a5cb" providerId="LiveId" clId="{CB48D145-7F78-4649-9ECC-A7A83723D3CB}" dt="2026-10-15T04:40:52.546" v="18412" actId="20577"/>
          <ac:spMkLst>
            <pc:docMk/>
            <pc:sldMk cId="3191041250" sldId="305"/>
            <ac:spMk id="10" creationId="{C3F2293B-A796-8F4F-CE62-CB4E7E54C7DA}"/>
          </ac:spMkLst>
        </pc:spChg>
      </pc:sldChg>
      <pc:sldChg chg="modSp add mod">
        <pc:chgData name="Ryan Kusnadi" userId="4fb58c44f6c6a5cb" providerId="LiveId" clId="{CB48D145-7F78-4649-9ECC-A7A83723D3CB}" dt="2026-10-12T15:54:08.554" v="15239" actId="20577"/>
        <pc:sldMkLst>
          <pc:docMk/>
          <pc:sldMk cId="3164282101" sldId="306"/>
        </pc:sldMkLst>
        <pc:spChg chg="mod">
          <ac:chgData name="Ryan Kusnadi" userId="4fb58c44f6c6a5cb" providerId="LiveId" clId="{CB48D145-7F78-4649-9ECC-A7A83723D3CB}" dt="2026-10-12T15:53:15.686" v="14955" actId="20577"/>
          <ac:spMkLst>
            <pc:docMk/>
            <pc:sldMk cId="3164282101" sldId="306"/>
            <ac:spMk id="2" creationId="{5F5815AF-3FFD-DF4C-9141-34F797D26BB1}"/>
          </ac:spMkLst>
        </pc:spChg>
        <pc:spChg chg="mod">
          <ac:chgData name="Ryan Kusnadi" userId="4fb58c44f6c6a5cb" providerId="LiveId" clId="{CB48D145-7F78-4649-9ECC-A7A83723D3CB}" dt="2026-10-12T15:54:08.554" v="15239" actId="20577"/>
          <ac:spMkLst>
            <pc:docMk/>
            <pc:sldMk cId="3164282101" sldId="306"/>
            <ac:spMk id="8" creationId="{A79EEEC4-2F88-EDDD-4EEA-D33AF03ADD84}"/>
          </ac:spMkLst>
        </pc:spChg>
      </pc:sldChg>
      <pc:sldChg chg="modSp add mod">
        <pc:chgData name="Ryan Kusnadi" userId="4fb58c44f6c6a5cb" providerId="LiveId" clId="{CB48D145-7F78-4649-9ECC-A7A83723D3CB}" dt="2026-10-12T15:55:57.174" v="15302" actId="20577"/>
        <pc:sldMkLst>
          <pc:docMk/>
          <pc:sldMk cId="493728335" sldId="307"/>
        </pc:sldMkLst>
        <pc:spChg chg="mod">
          <ac:chgData name="Ryan Kusnadi" userId="4fb58c44f6c6a5cb" providerId="LiveId" clId="{CB48D145-7F78-4649-9ECC-A7A83723D3CB}" dt="2026-10-12T15:55:57.174" v="15302" actId="20577"/>
          <ac:spMkLst>
            <pc:docMk/>
            <pc:sldMk cId="493728335" sldId="307"/>
            <ac:spMk id="8" creationId="{8A8138B6-A741-334B-2EFB-F10FD99C8591}"/>
          </ac:spMkLst>
        </pc:spChg>
      </pc:sldChg>
      <pc:sldChg chg="modSp add mod">
        <pc:chgData name="Ryan Kusnadi" userId="4fb58c44f6c6a5cb" providerId="LiveId" clId="{CB48D145-7F78-4649-9ECC-A7A83723D3CB}" dt="2026-10-12T15:56:13.713" v="15323" actId="20577"/>
        <pc:sldMkLst>
          <pc:docMk/>
          <pc:sldMk cId="3738049775" sldId="308"/>
        </pc:sldMkLst>
        <pc:spChg chg="mod">
          <ac:chgData name="Ryan Kusnadi" userId="4fb58c44f6c6a5cb" providerId="LiveId" clId="{CB48D145-7F78-4649-9ECC-A7A83723D3CB}" dt="2026-10-12T15:56:13.713" v="15323" actId="20577"/>
          <ac:spMkLst>
            <pc:docMk/>
            <pc:sldMk cId="3738049775" sldId="308"/>
            <ac:spMk id="2" creationId="{09FA0C9C-F296-1BC9-83EA-D1E16AAF935E}"/>
          </ac:spMkLst>
        </pc:spChg>
        <pc:spChg chg="mod">
          <ac:chgData name="Ryan Kusnadi" userId="4fb58c44f6c6a5cb" providerId="LiveId" clId="{CB48D145-7F78-4649-9ECC-A7A83723D3CB}" dt="2026-10-12T15:56:09.295" v="15306" actId="20577"/>
          <ac:spMkLst>
            <pc:docMk/>
            <pc:sldMk cId="3738049775" sldId="308"/>
            <ac:spMk id="8" creationId="{5BD088AC-88F5-A595-3766-2033FFD5CEBC}"/>
          </ac:spMkLst>
        </pc:spChg>
      </pc:sldChg>
      <pc:sldChg chg="modSp add mod">
        <pc:chgData name="Ryan Kusnadi" userId="4fb58c44f6c6a5cb" providerId="LiveId" clId="{CB48D145-7F78-4649-9ECC-A7A83723D3CB}" dt="2026-10-12T15:56:37.278" v="15411" actId="20577"/>
        <pc:sldMkLst>
          <pc:docMk/>
          <pc:sldMk cId="2621758327" sldId="309"/>
        </pc:sldMkLst>
        <pc:spChg chg="mod">
          <ac:chgData name="Ryan Kusnadi" userId="4fb58c44f6c6a5cb" providerId="LiveId" clId="{CB48D145-7F78-4649-9ECC-A7A83723D3CB}" dt="2026-10-12T15:56:22.450" v="15359" actId="20577"/>
          <ac:spMkLst>
            <pc:docMk/>
            <pc:sldMk cId="2621758327" sldId="309"/>
            <ac:spMk id="2" creationId="{641E0444-1D85-DBFD-C037-85BE08E8499C}"/>
          </ac:spMkLst>
        </pc:spChg>
        <pc:spChg chg="mod">
          <ac:chgData name="Ryan Kusnadi" userId="4fb58c44f6c6a5cb" providerId="LiveId" clId="{CB48D145-7F78-4649-9ECC-A7A83723D3CB}" dt="2026-10-12T15:56:37.278" v="15411" actId="20577"/>
          <ac:spMkLst>
            <pc:docMk/>
            <pc:sldMk cId="2621758327" sldId="309"/>
            <ac:spMk id="8" creationId="{B2C82EFC-0337-4D20-3EFC-6DDDBFBF662E}"/>
          </ac:spMkLst>
        </pc:spChg>
      </pc:sldChg>
      <pc:sldChg chg="modSp add mod">
        <pc:chgData name="Ryan Kusnadi" userId="4fb58c44f6c6a5cb" providerId="LiveId" clId="{CB48D145-7F78-4649-9ECC-A7A83723D3CB}" dt="2026-10-12T15:56:42.779" v="15423" actId="20577"/>
        <pc:sldMkLst>
          <pc:docMk/>
          <pc:sldMk cId="2304655736" sldId="310"/>
        </pc:sldMkLst>
        <pc:spChg chg="mod">
          <ac:chgData name="Ryan Kusnadi" userId="4fb58c44f6c6a5cb" providerId="LiveId" clId="{CB48D145-7F78-4649-9ECC-A7A83723D3CB}" dt="2026-10-12T15:56:28.627" v="15376" actId="20577"/>
          <ac:spMkLst>
            <pc:docMk/>
            <pc:sldMk cId="2304655736" sldId="310"/>
            <ac:spMk id="2" creationId="{6CA0020E-E556-2E13-36B8-40DAD4A2C73E}"/>
          </ac:spMkLst>
        </pc:spChg>
        <pc:spChg chg="mod">
          <ac:chgData name="Ryan Kusnadi" userId="4fb58c44f6c6a5cb" providerId="LiveId" clId="{CB48D145-7F78-4649-9ECC-A7A83723D3CB}" dt="2026-10-12T15:56:42.779" v="15423" actId="20577"/>
          <ac:spMkLst>
            <pc:docMk/>
            <pc:sldMk cId="2304655736" sldId="310"/>
            <ac:spMk id="8" creationId="{14678C1F-ABEA-79CF-AFC6-28628797F36C}"/>
          </ac:spMkLst>
        </pc:spChg>
      </pc:sldChg>
      <pc:sldChg chg="modSp add del mod">
        <pc:chgData name="Ryan Kusnadi" userId="4fb58c44f6c6a5cb" providerId="LiveId" clId="{CB48D145-7F78-4649-9ECC-A7A83723D3CB}" dt="2026-10-16T10:07:06.112" v="18948"/>
        <pc:sldMkLst>
          <pc:docMk/>
          <pc:sldMk cId="3897336135" sldId="311"/>
        </pc:sldMkLst>
        <pc:spChg chg="mod">
          <ac:chgData name="Ryan Kusnadi" userId="4fb58c44f6c6a5cb" providerId="LiveId" clId="{CB48D145-7F78-4649-9ECC-A7A83723D3CB}" dt="2026-10-16T10:06:11.623" v="18936"/>
          <ac:spMkLst>
            <pc:docMk/>
            <pc:sldMk cId="3897336135" sldId="311"/>
            <ac:spMk id="10" creationId="{C1D05203-02AF-2D60-A32A-7EEE59938CFD}"/>
          </ac:spMkLst>
        </pc:spChg>
        <pc:spChg chg="mod">
          <ac:chgData name="Ryan Kusnadi" userId="4fb58c44f6c6a5cb" providerId="LiveId" clId="{CB48D145-7F78-4649-9ECC-A7A83723D3CB}" dt="2026-10-16T10:06:11.627" v="18937"/>
          <ac:spMkLst>
            <pc:docMk/>
            <pc:sldMk cId="3897336135" sldId="311"/>
            <ac:spMk id="11" creationId="{0EEDAC57-94B2-DBBB-9F43-9F006BE4C70F}"/>
          </ac:spMkLst>
        </pc:spChg>
        <pc:spChg chg="mod">
          <ac:chgData name="Ryan Kusnadi" userId="4fb58c44f6c6a5cb" providerId="LiveId" clId="{CB48D145-7F78-4649-9ECC-A7A83723D3CB}" dt="2026-10-16T10:06:29.893" v="18946"/>
          <ac:spMkLst>
            <pc:docMk/>
            <pc:sldMk cId="3897336135" sldId="311"/>
            <ac:spMk id="28" creationId="{DA60757E-D71F-3C30-7519-C82BA40115A8}"/>
          </ac:spMkLst>
        </pc:spChg>
        <pc:picChg chg="mod">
          <ac:chgData name="Ryan Kusnadi" userId="4fb58c44f6c6a5cb" providerId="LiveId" clId="{CB48D145-7F78-4649-9ECC-A7A83723D3CB}" dt="2026-10-16T10:06:29.888" v="18941"/>
          <ac:picMkLst>
            <pc:docMk/>
            <pc:sldMk cId="3897336135" sldId="311"/>
            <ac:picMk id="14" creationId="{4FFD1F27-B484-AF9C-0930-AA62E0723A26}"/>
          </ac:picMkLst>
        </pc:picChg>
        <pc:picChg chg="mod">
          <ac:chgData name="Ryan Kusnadi" userId="4fb58c44f6c6a5cb" providerId="LiveId" clId="{CB48D145-7F78-4649-9ECC-A7A83723D3CB}" dt="2026-10-16T10:06:29.893" v="18945"/>
          <ac:picMkLst>
            <pc:docMk/>
            <pc:sldMk cId="3897336135" sldId="311"/>
            <ac:picMk id="15" creationId="{A73B642F-02CA-291F-21A6-156053047FD9}"/>
          </ac:picMkLst>
        </pc:picChg>
      </pc:sldChg>
      <pc:sldChg chg="addSp delSp modSp mod">
        <pc:chgData name="Ryan Kusnadi" userId="4fb58c44f6c6a5cb" providerId="LiveId" clId="{CB48D145-7F78-4649-9ECC-A7A83723D3CB}" dt="2026-10-12T08:16:23.294" v="1010" actId="1035"/>
        <pc:sldMkLst>
          <pc:docMk/>
          <pc:sldMk cId="1474712679" sldId="367"/>
        </pc:sldMkLst>
        <pc:spChg chg="add mod">
          <ac:chgData name="Ryan Kusnadi" userId="4fb58c44f6c6a5cb" providerId="LiveId" clId="{CB48D145-7F78-4649-9ECC-A7A83723D3CB}" dt="2026-10-12T08:13:03.103" v="876" actId="478"/>
          <ac:spMkLst>
            <pc:docMk/>
            <pc:sldMk cId="1474712679" sldId="367"/>
            <ac:spMk id="4" creationId="{D629246C-58A2-875E-4813-99F2C01B6169}"/>
          </ac:spMkLst>
        </pc:spChg>
        <pc:spChg chg="mod">
          <ac:chgData name="Ryan Kusnadi" userId="4fb58c44f6c6a5cb" providerId="LiveId" clId="{CB48D145-7F78-4649-9ECC-A7A83723D3CB}" dt="2026-10-12T08:13:26.791" v="943" actId="1036"/>
          <ac:spMkLst>
            <pc:docMk/>
            <pc:sldMk cId="1474712679" sldId="367"/>
            <ac:spMk id="7" creationId="{41A7DBAD-4EDB-EF51-C857-5947A59C1F1B}"/>
          </ac:spMkLst>
        </pc:spChg>
        <pc:spChg chg="mod">
          <ac:chgData name="Ryan Kusnadi" userId="4fb58c44f6c6a5cb" providerId="LiveId" clId="{CB48D145-7F78-4649-9ECC-A7A83723D3CB}" dt="2026-10-12T08:12:43.902" v="873" actId="20577"/>
          <ac:spMkLst>
            <pc:docMk/>
            <pc:sldMk cId="1474712679" sldId="367"/>
            <ac:spMk id="8" creationId="{994D7685-C988-3AB6-7151-F8366EBC202D}"/>
          </ac:spMkLst>
        </pc:spChg>
        <pc:picChg chg="add del mod">
          <ac:chgData name="Ryan Kusnadi" userId="4fb58c44f6c6a5cb" providerId="LiveId" clId="{CB48D145-7F78-4649-9ECC-A7A83723D3CB}" dt="2026-10-12T08:16:23.294" v="1010" actId="1035"/>
          <ac:picMkLst>
            <pc:docMk/>
            <pc:sldMk cId="1474712679" sldId="367"/>
            <ac:picMk id="9" creationId="{C4D19FAB-97FC-F930-76E7-DFDE37AD6044}"/>
          </ac:picMkLst>
        </pc:picChg>
      </pc:sldChg>
      <pc:sldMasterChg chg="modSldLayout">
        <pc:chgData name="Ryan Kusnadi" userId="4fb58c44f6c6a5cb" providerId="LiveId" clId="{CB48D145-7F78-4649-9ECC-A7A83723D3CB}" dt="2026-10-12T08:11:51.597" v="809" actId="14100"/>
        <pc:sldMasterMkLst>
          <pc:docMk/>
          <pc:sldMasterMk cId="0" sldId="2147483699"/>
        </pc:sldMasterMkLst>
        <pc:sldLayoutChg chg="addSp delSp modSp mod">
          <pc:chgData name="Ryan Kusnadi" userId="4fb58c44f6c6a5cb" providerId="LiveId" clId="{CB48D145-7F78-4649-9ECC-A7A83723D3CB}" dt="2026-10-12T08:11:51.597" v="809" actId="14100"/>
          <pc:sldLayoutMkLst>
            <pc:docMk/>
            <pc:sldMasterMk cId="0" sldId="2147483699"/>
            <pc:sldLayoutMk cId="78407710" sldId="2147483702"/>
          </pc:sldLayoutMkLst>
          <pc:spChg chg="add mod ord">
            <ac:chgData name="Ryan Kusnadi" userId="4fb58c44f6c6a5cb" providerId="LiveId" clId="{CB48D145-7F78-4649-9ECC-A7A83723D3CB}" dt="2026-10-12T08:11:51.597" v="809" actId="14100"/>
            <ac:spMkLst>
              <pc:docMk/>
              <pc:sldMasterMk cId="0" sldId="2147483699"/>
              <pc:sldLayoutMk cId="78407710" sldId="2147483702"/>
              <ac:spMk id="9" creationId="{420D66BE-A52D-EA77-BB9E-961CBB18C3B8}"/>
            </ac:spMkLst>
          </pc:spChg>
          <pc:picChg chg="add mod ord modCrop">
            <ac:chgData name="Ryan Kusnadi" userId="4fb58c44f6c6a5cb" providerId="LiveId" clId="{CB48D145-7F78-4649-9ECC-A7A83723D3CB}" dt="2026-10-12T08:11:43.062" v="807" actId="732"/>
            <ac:picMkLst>
              <pc:docMk/>
              <pc:sldMasterMk cId="0" sldId="2147483699"/>
              <pc:sldLayoutMk cId="78407710" sldId="2147483702"/>
              <ac:picMk id="4" creationId="{93A5CB95-63CB-C77C-B05D-D19C30384748}"/>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barChart>
        <c:barDir val="col"/>
        <c:grouping val="stacked"/>
        <c:ser>
          <c:idx val="0"/>
          <c:order val="0"/>
          <c:tx>
            <c:strRef>
              <c:f>Sheet1!$B$1</c:f>
              <c:strCache>
                <c:ptCount val="1"/>
                <c:pt idx="0">
                  <c:v>Cement</c:v>
                </c:pt>
              </c:strCache>
            </c:strRef>
          </c:tx>
          <c:spPr>
            <a:solidFill>
              <a:srgbClr val="12274C"/>
            </a:solidFill>
            <a:ln w="9525">
              <a:solidFill>
                <a:srgbClr val="FFFFFF"/>
              </a:solidFill>
            </a:ln>
          </c:spPr>
          <c:invertIfNegative val="0"/>
          <c:dLbls>
            <c:dLbl>
              <c:idx val="0"/>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3"/>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4"/>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0.0</c:formatCode>
                <c:ptCount val="5"/>
                <c:pt idx="0">
                  <c:v>30.256715</c:v>
                </c:pt>
                <c:pt idx="1">
                  <c:v>30.737932</c:v>
                </c:pt>
                <c:pt idx="2">
                  <c:v>31.703867</c:v>
                </c:pt>
                <c:pt idx="3">
                  <c:v>29.458079</c:v>
                </c:pt>
                <c:pt idx="4">
                  <c:v>28.174428</c:v>
                </c:pt>
              </c:numCache>
            </c:numRef>
          </c:val>
        </c:ser>
        <c:ser>
          <c:idx val="1"/>
          <c:order val="1"/>
          <c:tx>
            <c:strRef>
              <c:f>Sheet1!$C$1</c:f>
              <c:strCache>
                <c:ptCount val="1"/>
                <c:pt idx="0">
                  <c:v>Clinker</c:v>
                </c:pt>
              </c:strCache>
            </c:strRef>
          </c:tx>
          <c:spPr>
            <a:solidFill>
              <a:srgbClr val="69C6F0"/>
            </a:solidFill>
            <a:ln w="9525">
              <a:solidFill>
                <a:srgbClr val="FFFFFF"/>
              </a:solidFill>
            </a:ln>
          </c:spPr>
          <c:invertIfNegative val="0"/>
          <c:dLbls>
            <c:dLbl>
              <c:idx val="0"/>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1"/>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2"/>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3"/>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4"/>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0.0</c:formatCode>
                <c:ptCount val="5"/>
                <c:pt idx="0">
                  <c:v>3.198727</c:v>
                </c:pt>
                <c:pt idx="1">
                  <c:v>2.468718</c:v>
                </c:pt>
                <c:pt idx="2">
                  <c:v>3.270908</c:v>
                </c:pt>
                <c:pt idx="3">
                  <c:v>2.67464</c:v>
                </c:pt>
                <c:pt idx="4">
                  <c:v>3.369231</c:v>
                </c:pt>
              </c:numCache>
            </c:numRef>
          </c:val>
        </c:ser>
        <c:ser>
          <c:idx val="2"/>
          <c:order val="2"/>
          <c:tx>
            <c:strRef>
              <c:f>Sheet1!$D$1</c:f>
              <c:strCache>
                <c:ptCount val="1"/>
                <c:pt idx="0">
                  <c:v>Ready-mix &amp; precast</c:v>
                </c:pt>
              </c:strCache>
            </c:strRef>
          </c:tx>
          <c:spPr>
            <a:solidFill>
              <a:srgbClr val="A5DDF6"/>
            </a:solidFill>
            <a:ln w="9525">
              <a:solidFill>
                <a:srgbClr val="FFFFFF"/>
              </a:solidFill>
            </a:ln>
          </c:spPr>
          <c:invertIfNegative val="0"/>
          <c:cat>
            <c:strRef>
              <c:f>Sheet1!$A$2:$A$6</c:f>
              <c:strCache>
                <c:ptCount val="5"/>
                <c:pt idx="0">
                  <c:v>FY21</c:v>
                </c:pt>
                <c:pt idx="1">
                  <c:v>FY22</c:v>
                </c:pt>
                <c:pt idx="2">
                  <c:v>FY23</c:v>
                </c:pt>
                <c:pt idx="3">
                  <c:v>FY24</c:v>
                </c:pt>
                <c:pt idx="4">
                  <c:v>FY25</c:v>
                </c:pt>
              </c:strCache>
            </c:strRef>
          </c:cat>
          <c:val>
            <c:numRef>
              <c:f>Sheet1!$D$2:$D$6</c:f>
              <c:numCache>
                <c:formatCode>0.0</c:formatCode>
                <c:ptCount val="5"/>
                <c:pt idx="0">
                  <c:v>1.761681</c:v>
                </c:pt>
                <c:pt idx="1">
                  <c:v>1.845775</c:v>
                </c:pt>
                <c:pt idx="2">
                  <c:v>1.951302</c:v>
                </c:pt>
                <c:pt idx="3">
                  <c:v>1.853797</c:v>
                </c:pt>
                <c:pt idx="4">
                  <c:v>1.565676</c:v>
                </c:pt>
              </c:numCache>
            </c:numRef>
          </c:val>
        </c:ser>
        <c:ser>
          <c:idx val="3"/>
          <c:order val="3"/>
          <c:tx>
            <c:strRef>
              <c:f>Sheet1!$E$1</c:f>
              <c:strCache>
                <c:ptCount val="1"/>
                <c:pt idx="0">
                  <c:v>Non-cement materials</c:v>
                </c:pt>
              </c:strCache>
            </c:strRef>
          </c:tx>
          <c:spPr>
            <a:solidFill>
              <a:srgbClr val="CBEBF8"/>
            </a:solidFill>
            <a:ln w="9525">
              <a:solidFill>
                <a:srgbClr val="FFFFFF"/>
              </a:solidFill>
            </a:ln>
          </c:spPr>
          <c:invertIfNegative val="0"/>
          <c:cat>
            <c:strRef>
              <c:f>Sheet1!$A$2:$A$6</c:f>
              <c:strCache>
                <c:ptCount val="5"/>
                <c:pt idx="0">
                  <c:v>FY21</c:v>
                </c:pt>
                <c:pt idx="1">
                  <c:v>FY22</c:v>
                </c:pt>
                <c:pt idx="2">
                  <c:v>FY23</c:v>
                </c:pt>
                <c:pt idx="3">
                  <c:v>FY24</c:v>
                </c:pt>
                <c:pt idx="4">
                  <c:v>FY25</c:v>
                </c:pt>
              </c:strCache>
            </c:strRef>
          </c:cat>
          <c:val>
            <c:numRef>
              <c:f>Sheet1!$E$2:$E$6</c:f>
              <c:numCache>
                <c:formatCode>0.0</c:formatCode>
                <c:ptCount val="5"/>
                <c:pt idx="0">
                  <c:v>0.67867</c:v>
                </c:pt>
                <c:pt idx="1">
                  <c:v>0.576985</c:v>
                </c:pt>
                <c:pt idx="2">
                  <c:v>0.734452</c:v>
                </c:pt>
                <c:pt idx="3">
                  <c:v>0.953101</c:v>
                </c:pt>
                <c:pt idx="4">
                  <c:v>0.906426</c:v>
                </c:pt>
              </c:numCache>
            </c:numRef>
          </c:val>
        </c:ser>
        <c:ser>
          <c:idx val="4"/>
          <c:order val="4"/>
          <c:tx>
            <c:strRef>
              <c:f>Sheet1!$F$1</c:f>
              <c:strCache>
                <c:ptCount val="1"/>
                <c:pt idx="0">
                  <c:v>Others</c:v>
                </c:pt>
              </c:strCache>
            </c:strRef>
          </c:tx>
          <c:spPr>
            <a:solidFill>
              <a:srgbClr val="D9D9D9"/>
            </a:solidFill>
            <a:ln w="9525">
              <a:solidFill>
                <a:srgbClr val="FFFFFF"/>
              </a:solidFill>
            </a:ln>
          </c:spPr>
          <c:invertIfNegative val="0"/>
          <c:cat>
            <c:strRef>
              <c:f>Sheet1!$A$2:$A$6</c:f>
              <c:strCache>
                <c:ptCount val="5"/>
                <c:pt idx="0">
                  <c:v>FY21</c:v>
                </c:pt>
                <c:pt idx="1">
                  <c:v>FY22</c:v>
                </c:pt>
                <c:pt idx="2">
                  <c:v>FY23</c:v>
                </c:pt>
                <c:pt idx="3">
                  <c:v>FY24</c:v>
                </c:pt>
                <c:pt idx="4">
                  <c:v>FY25</c:v>
                </c:pt>
              </c:strCache>
            </c:strRef>
          </c:cat>
          <c:val>
            <c:numRef>
              <c:f>Sheet1!$F$2:$F$6</c:f>
              <c:numCache>
                <c:formatCode>0.0</c:formatCode>
                <c:ptCount val="5"/>
                <c:pt idx="0">
                  <c:v>0.806508</c:v>
                </c:pt>
                <c:pt idx="1">
                  <c:v>0.749187</c:v>
                </c:pt>
                <c:pt idx="2">
                  <c:v>0.990831</c:v>
                </c:pt>
                <c:pt idx="3">
                  <c:v>1.24651</c:v>
                </c:pt>
                <c:pt idx="4">
                  <c:v>1.22799</c:v>
                </c:pt>
              </c:numCache>
            </c:numRef>
          </c:val>
        </c:ser>
        <c:ser>
          <c:idx val="5"/>
          <c:order val="5"/>
          <c:tx>
            <c:strRef>
              <c:f>Sheet1!$G$1</c:f>
              <c:strCache>
                <c:ptCount val="1"/>
                <c:pt idx="0">
                  <c:v>Total</c:v>
                </c:pt>
              </c:strCache>
            </c:strRef>
          </c:tx>
          <c:spPr>
            <a:noFill/>
            <a:ln>
              <a:noFill/>
            </a:ln>
          </c:spPr>
          <c:dLbls>
            <c:dLbl>
              <c:idx val="0"/>
              <c:tx>
                <c:rich>
                  <a:bodyPr/>
                  <a:lstStyle/>
                  <a:p>
                    <a:r>
                      <a:rPr sz="900" b="1" i="0">
                        <a:solidFill>
                          <a:srgbClr val="161616"/>
                        </a:solidFill>
                        <a:latin typeface="Univers Light"/>
                      </a:rPr>
                      <a:t>36.7</a:t>
                    </a:r>
                  </a:p>
                </c:rich>
              </c:tx>
              <c:dLblPos val="inBase"/>
              <c:showLegendKey val="0"/>
              <c:showVal val="1"/>
              <c:showCatName val="0"/>
              <c:showSerName val="0"/>
              <c:showPercent val="0"/>
              <c:showBubbleSize val="0"/>
            </c:dLbl>
            <c:dLbl>
              <c:idx val="1"/>
              <c:tx>
                <c:rich>
                  <a:bodyPr/>
                  <a:lstStyle/>
                  <a:p>
                    <a:r>
                      <a:rPr sz="900" b="1" i="0">
                        <a:solidFill>
                          <a:srgbClr val="161616"/>
                        </a:solidFill>
                        <a:latin typeface="Univers Light"/>
                      </a:rPr>
                      <a:t>36.4</a:t>
                    </a:r>
                  </a:p>
                </c:rich>
              </c:tx>
              <c:dLblPos val="inBase"/>
              <c:showLegendKey val="0"/>
              <c:showVal val="1"/>
              <c:showCatName val="0"/>
              <c:showSerName val="0"/>
              <c:showPercent val="0"/>
              <c:showBubbleSize val="0"/>
            </c:dLbl>
            <c:dLbl>
              <c:idx val="2"/>
              <c:tx>
                <c:rich>
                  <a:bodyPr/>
                  <a:lstStyle/>
                  <a:p>
                    <a:r>
                      <a:rPr sz="900" b="1" i="0">
                        <a:solidFill>
                          <a:srgbClr val="161616"/>
                        </a:solidFill>
                        <a:latin typeface="Univers Light"/>
                      </a:rPr>
                      <a:t>38.7</a:t>
                    </a:r>
                  </a:p>
                </c:rich>
              </c:tx>
              <c:dLblPos val="inBase"/>
              <c:showLegendKey val="0"/>
              <c:showVal val="1"/>
              <c:showCatName val="0"/>
              <c:showSerName val="0"/>
              <c:showPercent val="0"/>
              <c:showBubbleSize val="0"/>
            </c:dLbl>
            <c:dLbl>
              <c:idx val="3"/>
              <c:tx>
                <c:rich>
                  <a:bodyPr/>
                  <a:lstStyle/>
                  <a:p>
                    <a:r>
                      <a:rPr sz="900" b="1" i="0">
                        <a:solidFill>
                          <a:srgbClr val="161616"/>
                        </a:solidFill>
                        <a:latin typeface="Univers Light"/>
                      </a:rPr>
                      <a:t>36.2</a:t>
                    </a:r>
                  </a:p>
                </c:rich>
              </c:tx>
              <c:dLblPos val="inBase"/>
              <c:showLegendKey val="0"/>
              <c:showVal val="1"/>
              <c:showCatName val="0"/>
              <c:showSerName val="0"/>
              <c:showPercent val="0"/>
              <c:showBubbleSize val="0"/>
            </c:dLbl>
            <c:dLbl>
              <c:idx val="4"/>
              <c:tx>
                <c:rich>
                  <a:bodyPr/>
                  <a:lstStyle/>
                  <a:p>
                    <a:r>
                      <a:rPr sz="900" b="1" i="0">
                        <a:solidFill>
                          <a:srgbClr val="161616"/>
                        </a:solidFill>
                        <a:latin typeface="Univers Light"/>
                      </a:rPr>
                      <a:t>35.2</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Sheet1!$G$2:$G$6</c:f>
              <c:numCache>
                <c:formatCode>0.0</c:formatCode>
                <c:ptCount val="5"/>
                <c:pt idx="0">
                  <c:v>3.2</c:v>
                </c:pt>
                <c:pt idx="1">
                  <c:v>3.2</c:v>
                </c:pt>
                <c:pt idx="2">
                  <c:v>3.2</c:v>
                </c:pt>
                <c:pt idx="3">
                  <c:v>3.2</c:v>
                </c:pt>
                <c:pt idx="4">
                  <c:v>3.2</c:v>
                </c:pt>
              </c:numCache>
            </c:numRef>
          </c:val>
        </c:ser>
        <c:gapWidth val="55"/>
        <c:overlap val="100"/>
        <c:axId val="-2068027336"/>
        <c:axId val="-2113994440"/>
      </c:barChart>
      <c:catAx>
        <c:axId val="-2068027336"/>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13994440"/>
        <c:crosses val="min"/>
        <c:auto val="1"/>
        <c:lblAlgn val="ctr"/>
        <c:lblOffset val="100"/>
        <c:noMultiLvlLbl val="0"/>
      </c:catAx>
      <c:valAx>
        <c:axId val="-2113994440"/>
        <c:scaling>
          <c:max val="44.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ineChart>
        <c:grouping val="standard"/>
        <c:varyColors val="0"/>
        <c:ser>
          <c:idx val="0"/>
          <c:order val="0"/>
          <c:tx>
            <c:strRef>
              <c:f>Sheet1!$B$1</c:f>
              <c:strCache>
                <c:ptCount val="1"/>
                <c:pt idx="0">
                  <c:v>SIG</c:v>
                </c:pt>
              </c:strCache>
            </c:strRef>
          </c:tx>
          <c:spPr>
            <a:ln w="28575">
              <a:solidFill>
                <a:srgbClr val="12274C"/>
              </a:solidFill>
            </a:ln>
          </c:spPr>
          <c:marker>
            <c:symbol val="circle"/>
            <c:size val="5"/>
            <c:spPr>
              <a:solidFill>
                <a:srgbClr val="12274C"/>
              </a:solidFill>
              <a:ln>
                <a:solidFill>
                  <a:srgbClr val="12274C"/>
                </a:solidFill>
              </a:ln>
            </c:spPr>
          </c:marker>
          <c:dLbls>
            <c:dLbl>
              <c:idx val="4"/>
              <c:spPr/>
              <c:txPr>
                <a:bodyPr/>
                <a:lstStyle/>
                <a:p>
                  <a:pPr>
                    <a:defRPr sz="900" b="0">
                      <a:solidFill>
                        <a:srgbClr val="161616"/>
                      </a:solidFill>
                      <a:latin typeface="Univers Light"/>
                    </a:defRPr>
                  </a:pPr>
                </a:p>
              </c:txPr>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c:formatCode>
                <c:ptCount val="5"/>
                <c:pt idx="0">
                  <c:v>100.0</c:v>
                </c:pt>
                <c:pt idx="1">
                  <c:v>113.85109968722892</c:v>
                </c:pt>
                <c:pt idx="2">
                  <c:v>109.94586705057819</c:v>
                </c:pt>
                <c:pt idx="3">
                  <c:v>109.26819656807942</c:v>
                </c:pt>
                <c:pt idx="4">
                  <c:v>107.36815021471251</c:v>
                </c:pt>
              </c:numCache>
            </c:numRef>
          </c:val>
          <c:smooth val="0"/>
        </c:ser>
        <c:ser>
          <c:idx val="1"/>
          <c:order val="1"/>
          <c:tx>
            <c:strRef>
              <c:f>Sheet1!$C$1</c:f>
              <c:strCache>
                <c:ptCount val="1"/>
                <c:pt idx="0">
                  <c:v>INTP</c:v>
                </c:pt>
              </c:strCache>
            </c:strRef>
          </c:tx>
          <c:spPr>
            <a:ln w="28575">
              <a:solidFill>
                <a:srgbClr val="C00000"/>
              </a:solidFill>
            </a:ln>
          </c:spPr>
          <c:marker>
            <c:symbol val="circle"/>
            <c:size val="5"/>
            <c:spPr>
              <a:solidFill>
                <a:srgbClr val="C00000"/>
              </a:solidFill>
              <a:ln>
                <a:solidFill>
                  <a:srgbClr val="C00000"/>
                </a:solidFill>
              </a:ln>
            </c:spPr>
          </c:marker>
          <c:dLbls>
            <c:dLbl>
              <c:idx val="4"/>
              <c:spPr/>
              <c:txPr>
                <a:bodyPr/>
                <a:lstStyle/>
                <a:p>
                  <a:pPr>
                    <a:defRPr sz="900" b="0">
                      <a:solidFill>
                        <a:srgbClr val="161616"/>
                      </a:solidFill>
                      <a:latin typeface="Univers Light"/>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c:formatCode>
                <c:ptCount val="5"/>
                <c:pt idx="0">
                  <c:v>100.0</c:v>
                </c:pt>
                <c:pt idx="1">
                  <c:v>112.88678746524555</c:v>
                </c:pt>
                <c:pt idx="2">
                  <c:v>112.8131204850916</c:v>
                </c:pt>
                <c:pt idx="3">
                  <c:v>110.03097409903049</c:v>
                </c:pt>
                <c:pt idx="4">
                  <c:v>108.10871319244288</c:v>
                </c:pt>
              </c:numCache>
            </c:numRef>
          </c:val>
          <c:smooth val="0"/>
        </c:ser>
        <c:ser>
          <c:idx val="2"/>
          <c:order val="2"/>
          <c:tx>
            <c:strRef>
              <c:f>Sheet1!$D$1</c:f>
              <c:strCache>
                <c:ptCount val="1"/>
                <c:pt idx="0">
                  <c:v>CPI</c:v>
                </c:pt>
              </c:strCache>
            </c:strRef>
          </c:tx>
          <c:spPr>
            <a:ln w="19050">
              <a:solidFill>
                <a:srgbClr val="7F7F7F"/>
              </a:solidFill>
              <a:prstDash val="dash"/>
            </a:ln>
          </c:spPr>
          <c:marker>
            <c:symbol val="none"/>
          </c:marker>
          <c:dLbls>
            <c:dLbl>
              <c:idx val="4"/>
              <c:spPr/>
              <c:txPr>
                <a:bodyPr/>
                <a:lstStyle/>
                <a:p>
                  <a:pPr>
                    <a:defRPr sz="900" b="0">
                      <a:solidFill>
                        <a:srgbClr val="161616"/>
                      </a:solidFill>
                      <a:latin typeface="Univers Light"/>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Sheet1!$D$2:$D$6</c:f>
              <c:numCache>
                <c:formatCode>0</c:formatCode>
                <c:ptCount val="5"/>
                <c:pt idx="0">
                  <c:v>100.0</c:v>
                </c:pt>
                <c:pt idx="1">
                  <c:v>105.50999999999999</c:v>
                </c:pt>
                <c:pt idx="2">
                  <c:v>108.263811</c:v>
                </c:pt>
                <c:pt idx="3">
                  <c:v>109.9635528327</c:v>
                </c:pt>
                <c:pt idx="4">
                  <c:v>113.17448857541483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40495176"/>
        <c:crosses val="min"/>
        <c:auto val="1"/>
        <c:lblAlgn val="ctr"/>
        <c:lblOffset val="100"/>
        <c:noMultiLvlLbl val="0"/>
      </c:catAx>
      <c:valAx>
        <c:axId val="2140495176"/>
        <c:scaling>
          <c:max val="120.0"/>
          <c:min val="92.0"/>
        </c:scaling>
        <c:delete/>
        <c:axPos val="l"/>
        <c:majorTickMark val="out"/>
        <c:minorTickMark val="none"/>
        <c:tickLblPos val="nextTo"/>
        <c:crossAx val="2118791784"/>
        <c:crosses val="autoZero"/>
      </c:valAx>
      <c:spPr>
        <a:noFill/>
        <a:ln>
          <a:noFill/>
        </a:ln>
      </c:spPr>
    </c:plotArea>
    <c:plotVisOnly val="1"/>
    <c:dispBlanksAs val="gap"/>
    <c:showDLblsOverMax val="0"/>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ineChart>
        <c:grouping val="standard"/>
        <c:varyColors val="0"/>
        <c:ser>
          <c:idx val="0"/>
          <c:order val="0"/>
          <c:tx>
            <c:strRef>
              <c:f>Sheet1!$B$1</c:f>
              <c:strCache>
                <c:ptCount val="1"/>
                <c:pt idx="0">
                  <c:v>SIG</c:v>
                </c:pt>
              </c:strCache>
            </c:strRef>
          </c:tx>
          <c:spPr>
            <a:ln w="28575">
              <a:solidFill>
                <a:srgbClr val="12274C"/>
              </a:solidFill>
            </a:ln>
          </c:spPr>
          <c:marker>
            <c:symbol val="circle"/>
            <c:size val="5"/>
            <c:spPr>
              <a:solidFill>
                <a:srgbClr val="12274C"/>
              </a:solidFill>
              <a:ln>
                <a:solidFill>
                  <a:srgbClr val="12274C"/>
                </a:solidFill>
              </a:ln>
            </c:spPr>
          </c:marker>
          <c:dLbls>
            <c:dLbl>
              <c:idx val="4"/>
              <c:spPr/>
              <c:txPr>
                <a:bodyPr/>
                <a:lstStyle/>
                <a:p>
                  <a:pPr>
                    <a:defRPr sz="900" b="0">
                      <a:solidFill>
                        <a:srgbClr val="161616"/>
                      </a:solidFill>
                      <a:latin typeface="Univers Light"/>
                    </a:defRPr>
                  </a:pPr>
                </a:p>
              </c:txPr>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c:formatCode>
                <c:ptCount val="5"/>
                <c:pt idx="0">
                  <c:v>100.0</c:v>
                </c:pt>
                <c:pt idx="1">
                  <c:v>87.05935060954043</c:v>
                </c:pt>
                <c:pt idx="2">
                  <c:v>95.7839137918838</c:v>
                </c:pt>
                <c:pt idx="3">
                  <c:v>90.2308472258247</c:v>
                </c:pt>
                <c:pt idx="4">
                  <c:v>89.43620457921668</c:v>
                </c:pt>
              </c:numCache>
            </c:numRef>
          </c:val>
          <c:smooth val="0"/>
        </c:ser>
        <c:ser>
          <c:idx val="1"/>
          <c:order val="1"/>
          <c:tx>
            <c:strRef>
              <c:f>Sheet1!$C$1</c:f>
              <c:strCache>
                <c:ptCount val="1"/>
                <c:pt idx="0">
                  <c:v>INTP</c:v>
                </c:pt>
              </c:strCache>
            </c:strRef>
          </c:tx>
          <c:spPr>
            <a:ln w="28575">
              <a:solidFill>
                <a:srgbClr val="C00000"/>
              </a:solidFill>
            </a:ln>
          </c:spPr>
          <c:marker>
            <c:symbol val="circle"/>
            <c:size val="5"/>
            <c:spPr>
              <a:solidFill>
                <a:srgbClr val="C00000"/>
              </a:solidFill>
              <a:ln>
                <a:solidFill>
                  <a:srgbClr val="C00000"/>
                </a:solidFill>
              </a:ln>
            </c:spPr>
          </c:marker>
          <c:dLbls>
            <c:dLbl>
              <c:idx val="4"/>
              <c:spPr/>
              <c:txPr>
                <a:bodyPr/>
                <a:lstStyle/>
                <a:p>
                  <a:pPr>
                    <a:defRPr sz="900" b="0">
                      <a:solidFill>
                        <a:srgbClr val="161616"/>
                      </a:solidFill>
                      <a:latin typeface="Univers Light"/>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c:formatCode>
                <c:ptCount val="5"/>
                <c:pt idx="0">
                  <c:v>100.0</c:v>
                </c:pt>
                <c:pt idx="1">
                  <c:v>97.9175946547884</c:v>
                </c:pt>
                <c:pt idx="2">
                  <c:v>107.71158129175946</c:v>
                </c:pt>
                <c:pt idx="3">
                  <c:v>114.12026726057904</c:v>
                </c:pt>
                <c:pt idx="4">
                  <c:v>111.03006681514475</c:v>
                </c:pt>
              </c:numCache>
            </c:numRef>
          </c:val>
          <c:smooth val="0"/>
        </c:ser>
        <c:ser>
          <c:idx val="2"/>
          <c:order val="2"/>
          <c:tx>
            <c:strRef>
              <c:f>Sheet1!$D$1</c:f>
              <c:strCache>
                <c:ptCount val="1"/>
                <c:pt idx="0">
                  <c:v>Market</c:v>
                </c:pt>
              </c:strCache>
            </c:strRef>
          </c:tx>
          <c:spPr>
            <a:ln w="19050">
              <a:solidFill>
                <a:srgbClr val="7F7F7F"/>
              </a:solidFill>
              <a:prstDash val="dash"/>
            </a:ln>
          </c:spPr>
          <c:marker>
            <c:symbol val="none"/>
          </c:marker>
          <c:dLbls>
            <c:dLbl>
              <c:idx val="4"/>
              <c:spPr/>
              <c:txPr>
                <a:bodyPr/>
                <a:lstStyle/>
                <a:p>
                  <a:pPr>
                    <a:defRPr sz="900" b="0">
                      <a:solidFill>
                        <a:srgbClr val="161616"/>
                      </a:solidFill>
                      <a:latin typeface="Univers Light"/>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Sheet1!$D$2:$D$6</c:f>
              <c:numCache>
                <c:formatCode>0</c:formatCode>
                <c:ptCount val="5"/>
                <c:pt idx="0">
                  <c:v>100.0</c:v>
                </c:pt>
                <c:pt idx="1">
                  <c:v>95.16616314199395</c:v>
                </c:pt>
                <c:pt idx="2">
                  <c:v>98.94259818731118</c:v>
                </c:pt>
                <c:pt idx="3">
                  <c:v>98.03625377643505</c:v>
                </c:pt>
                <c:pt idx="4">
                  <c:v>96.54078549848941</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40495176"/>
        <c:crosses val="min"/>
        <c:auto val="1"/>
        <c:lblAlgn val="ctr"/>
        <c:lblOffset val="100"/>
        <c:noMultiLvlLbl val="0"/>
      </c:catAx>
      <c:valAx>
        <c:axId val="2140495176"/>
        <c:scaling>
          <c:max val="122.0"/>
          <c:min val="70.0"/>
        </c:scaling>
        <c:delete/>
        <c:axPos val="l"/>
        <c:majorTickMark val="out"/>
        <c:minorTickMark val="none"/>
        <c:tickLblPos val="nextTo"/>
        <c:crossAx val="2118791784"/>
        <c:crosses val="autoZero"/>
      </c:valAx>
      <c:spPr>
        <a:noFill/>
        <a:ln>
          <a:noFill/>
        </a:ln>
      </c:spPr>
    </c:plotArea>
    <c:plotVisOnly val="1"/>
    <c:dispBlanksAs val="gap"/>
    <c:showDLblsOverMax val="0"/>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2C4B23-3A91-77A6-AD65-47506409F7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4" name="Footer Placeholder 3">
            <a:extLst>
              <a:ext uri="{FF2B5EF4-FFF2-40B4-BE49-F238E27FC236}">
                <a16:creationId xmlns:a16="http://schemas.microsoft.com/office/drawing/2014/main" id="{58CB5E05-051A-9896-E0ED-43318851AD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8759551C-E736-3A58-F169-F33FC445B0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96748-9CE0-4D51-9D13-3EC69E571D2A}" type="slidenum">
              <a:rPr lang="en-ID" smtClean="0"/>
              <a:t>‹#›</a:t>
            </a:fld>
            <a:endParaRPr lang="en-ID"/>
          </a:p>
        </p:txBody>
      </p:sp>
    </p:spTree>
    <p:extLst>
      <p:ext uri="{BB962C8B-B14F-4D97-AF65-F5344CB8AC3E}">
        <p14:creationId xmlns:p14="http://schemas.microsoft.com/office/powerpoint/2010/main" val="19823710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D"/>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D5D0-89D2-5762-8168-7698AA234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99CEE-1622-4FE2-52F7-D3895D51C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8B87F-2B77-FE6F-0324-26A100A4A1EA}"/>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803550"/>
      </p:ext>
    </p:extLst>
  </p:cSld>
  <p:clrMapOvr>
    <a:masterClrMapping/>
  </p:clrMapOvr>
</p:note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reserve="1" userDrawn="1">
  <p:cSld name="6_Title Only">
    <p:spTree>
      <p:nvGrpSpPr>
        <p:cNvPr id="1" name="Shape 54"/>
        <p:cNvGrpSpPr/>
        <p:nvPr/>
      </p:nvGrpSpPr>
      <p:grpSpPr>
        <a:xfrm>
          <a:off x="0" y="0"/>
          <a:ext cx="0" cy="0"/>
          <a:chOff x="0" y="0"/>
          <a:chExt cx="0" cy="0"/>
        </a:xfrm>
      </p:grpSpPr>
      <p:sp>
        <p:nvSpPr>
          <p:cNvPr id="12" name="Rectangle 11">
            <a:extLst>
              <a:ext uri="{FF2B5EF4-FFF2-40B4-BE49-F238E27FC236}">
                <a16:creationId xmlns:a16="http://schemas.microsoft.com/office/drawing/2014/main" id="{11A4134E-9B63-A433-A458-0B9A0D22DB7D}"/>
              </a:ext>
            </a:extLst>
          </p:cNvPr>
          <p:cNvSpPr/>
          <p:nvPr userDrawn="1"/>
        </p:nvSpPr>
        <p:spPr>
          <a:xfrm>
            <a:off x="0" y="6489700"/>
            <a:ext cx="12192000" cy="368300"/>
          </a:xfrm>
          <a:prstGeom prst="rect">
            <a:avLst/>
          </a:prstGeom>
          <a:gradFill flip="none" rotWithShape="1">
            <a:gsLst>
              <a:gs pos="0">
                <a:schemeClr val="bg1"/>
              </a:gs>
              <a:gs pos="100000">
                <a:schemeClr val="tx2"/>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a:solidFill>
                <a:schemeClr val="tx1"/>
              </a:solidFill>
            </a:endParaRPr>
          </a:p>
        </p:txBody>
      </p:sp>
      <p:sp>
        <p:nvSpPr>
          <p:cNvPr id="2" name="Title 1">
            <a:extLst>
              <a:ext uri="{FF2B5EF4-FFF2-40B4-BE49-F238E27FC236}">
                <a16:creationId xmlns:a16="http://schemas.microsoft.com/office/drawing/2014/main" id="{4283D71A-1176-0019-A3B0-5117BF6C2E10}"/>
              </a:ext>
            </a:extLst>
          </p:cNvPr>
          <p:cNvSpPr>
            <a:spLocks noGrp="1"/>
          </p:cNvSpPr>
          <p:nvPr>
            <p:ph type="title"/>
          </p:nvPr>
        </p:nvSpPr>
        <p:spPr>
          <a:xfrm>
            <a:off x="515939" y="744197"/>
            <a:ext cx="11160124" cy="705191"/>
          </a:xfrm>
          <a:prstGeom prst="rect">
            <a:avLst/>
          </a:prstGeom>
        </p:spPr>
        <p:txBody>
          <a:bodyPr/>
          <a:lstStyle>
            <a:lvl1pPr>
              <a:defRPr sz="1800" b="1">
                <a:latin typeface="Univers" panose="020B0503020202020204" pitchFamily="34" charset="0"/>
              </a:defRPr>
            </a:lvl1pPr>
          </a:lstStyle>
          <a:p>
            <a:r>
              <a:rPr lang="en-US"/>
              <a:t>Click to edit Master title style</a:t>
            </a:r>
            <a:endParaRPr lang="en-ID"/>
          </a:p>
        </p:txBody>
      </p:sp>
      <p:sp>
        <p:nvSpPr>
          <p:cNvPr id="6" name="Diamond 5">
            <a:extLst>
              <a:ext uri="{FF2B5EF4-FFF2-40B4-BE49-F238E27FC236}">
                <a16:creationId xmlns:a16="http://schemas.microsoft.com/office/drawing/2014/main" id="{2B8CEEF2-D612-B1A9-9C8C-9CBA236E4056}"/>
              </a:ext>
            </a:extLst>
          </p:cNvPr>
          <p:cNvSpPr/>
          <p:nvPr userDrawn="1"/>
        </p:nvSpPr>
        <p:spPr>
          <a:xfrm>
            <a:off x="515939" y="387345"/>
            <a:ext cx="192000" cy="192000"/>
          </a:xfrm>
          <a:prstGeom prst="diamond">
            <a:avLst/>
          </a:prstGeom>
          <a:gradFill>
            <a:gsLst>
              <a:gs pos="0">
                <a:schemeClr val="tx1"/>
              </a:gs>
              <a:gs pos="70000">
                <a:schemeClr val="accent2"/>
              </a:gs>
            </a:gsLst>
            <a:lin ang="8100000" scaled="1"/>
          </a:gradFill>
          <a:ln w="9525">
            <a:noFill/>
          </a:ln>
          <a:effectLst/>
        </p:spPr>
        <p:style>
          <a:lnRef idx="1">
            <a:schemeClr val="accent1"/>
          </a:lnRef>
          <a:fillRef idx="0">
            <a:schemeClr val="accent1"/>
          </a:fillRef>
          <a:effectRef idx="0">
            <a:schemeClr val="accent1"/>
          </a:effectRef>
          <a:fontRef idx="minor">
            <a:schemeClr val="tx1"/>
          </a:fontRef>
        </p:style>
        <p:txBody>
          <a:bodyPr lIns="96000" tIns="96000" rIns="96000" bIns="96000" rtlCol="0" anchor="ctr" anchorCtr="0">
            <a:noAutofit/>
          </a:bodyPr>
          <a:lstStyle/>
          <a:p>
            <a:pPr algn="l">
              <a:lnSpc>
                <a:spcPct val="90000"/>
              </a:lnSpc>
              <a:spcBef>
                <a:spcPts val="533"/>
              </a:spcBef>
            </a:pPr>
            <a:endParaRPr lang="en-GB" sz="2000" b="0"/>
          </a:p>
        </p:txBody>
      </p:sp>
      <p:sp>
        <p:nvSpPr>
          <p:cNvPr id="13" name="Content Placeholder 12">
            <a:extLst>
              <a:ext uri="{FF2B5EF4-FFF2-40B4-BE49-F238E27FC236}">
                <a16:creationId xmlns:a16="http://schemas.microsoft.com/office/drawing/2014/main" id="{0E450E46-1CAA-9D12-6EE0-31DF9B5703FB}"/>
              </a:ext>
            </a:extLst>
          </p:cNvPr>
          <p:cNvSpPr>
            <a:spLocks noGrp="1"/>
          </p:cNvSpPr>
          <p:nvPr>
            <p:ph sz="quarter" idx="11" hasCustomPrompt="1"/>
          </p:nvPr>
        </p:nvSpPr>
        <p:spPr>
          <a:xfrm>
            <a:off x="707939" y="339028"/>
            <a:ext cx="5346700" cy="288635"/>
          </a:xfrm>
          <a:prstGeom prst="rect">
            <a:avLst/>
          </a:prstGeom>
        </p:spPr>
        <p:txBody>
          <a:bodyPr anchor="ctr"/>
          <a:lstStyle>
            <a:lvl1pPr>
              <a:defRPr lang="en-US" sz="1200" b="1" smtClean="0">
                <a:solidFill>
                  <a:schemeClr val="accent1"/>
                </a:solidFill>
                <a:latin typeface="Univers" panose="020B0503020202020204" pitchFamily="34" charset="0"/>
                <a:ea typeface="PMingLiU-ExtB" panose="02020500000000000000" pitchFamily="18" charset="-120"/>
                <a:cs typeface="Poppins"/>
              </a:defRPr>
            </a:lvl1pPr>
            <a:lvl2pPr>
              <a:defRPr lang="en-US" smtClean="0">
                <a:latin typeface="Arial"/>
              </a:defRPr>
            </a:lvl2pPr>
            <a:lvl3pPr>
              <a:defRPr lang="en-US" smtClean="0">
                <a:latin typeface="Arial"/>
              </a:defRPr>
            </a:lvl3pPr>
            <a:lvl4pPr>
              <a:defRPr lang="en-US" smtClean="0">
                <a:latin typeface="Arial"/>
              </a:defRPr>
            </a:lvl4pPr>
            <a:lvl5pPr>
              <a:defRPr lang="en-ID">
                <a:latin typeface="Arial"/>
              </a:defRPr>
            </a:lvl5pPr>
          </a:lstStyle>
          <a:p>
            <a:pPr lvl="0"/>
            <a:r>
              <a:rPr lang="en-US"/>
              <a:t>Tracker</a:t>
            </a:r>
            <a:endParaRPr lang="en-ID"/>
          </a:p>
        </p:txBody>
      </p:sp>
      <p:sp>
        <p:nvSpPr>
          <p:cNvPr id="14" name="Slide Number Placeholder 35">
            <a:extLst>
              <a:ext uri="{FF2B5EF4-FFF2-40B4-BE49-F238E27FC236}">
                <a16:creationId xmlns:a16="http://schemas.microsoft.com/office/drawing/2014/main" id="{26A7FFEF-63F2-1FEA-CD6B-5A9394A5B0CF}"/>
              </a:ext>
            </a:extLst>
          </p:cNvPr>
          <p:cNvSpPr>
            <a:spLocks noGrp="1"/>
          </p:cNvSpPr>
          <p:nvPr>
            <p:ph type="sldNum" sz="quarter" idx="4"/>
          </p:nvPr>
        </p:nvSpPr>
        <p:spPr>
          <a:xfrm>
            <a:off x="11158384" y="6595609"/>
            <a:ext cx="517679" cy="189332"/>
          </a:xfrm>
          <a:prstGeom prst="rect">
            <a:avLst/>
          </a:prstGeom>
        </p:spPr>
        <p:txBody>
          <a:bodyPr vert="horz" lIns="91440" tIns="45720" rIns="91440" bIns="45720" rtlCol="0" anchor="ctr"/>
          <a:lstStyle>
            <a:lvl1pPr algn="ctr">
              <a:defRPr sz="1200">
                <a:solidFill>
                  <a:srgbClr val="0E1F31"/>
                </a:solidFill>
                <a:latin typeface="Univers" panose="020B0503020202020204" pitchFamily="34" charset="0"/>
              </a:defRPr>
            </a:lvl1pPr>
          </a:lstStyle>
          <a:p>
            <a:fld id="{5927C8ED-2499-455D-815A-8FC10D954B50}" type="slidenum">
              <a:rPr lang="en-ID" b="1" smtClean="0"/>
              <a:pPr/>
              <a:t>‹#›</a:t>
            </a:fld>
            <a:endParaRPr lang="en-ID" b="1"/>
          </a:p>
        </p:txBody>
      </p:sp>
      <p:sp>
        <p:nvSpPr>
          <p:cNvPr id="3" name="Text Placeholder 3">
            <a:extLst>
              <a:ext uri="{FF2B5EF4-FFF2-40B4-BE49-F238E27FC236}">
                <a16:creationId xmlns:a16="http://schemas.microsoft.com/office/drawing/2014/main" id="{AE8BC438-75BF-FA74-2DB9-95180488684C}"/>
              </a:ext>
            </a:extLst>
          </p:cNvPr>
          <p:cNvSpPr>
            <a:spLocks noGrp="1"/>
          </p:cNvSpPr>
          <p:nvPr>
            <p:ph type="body" sz="quarter" idx="10" hasCustomPrompt="1"/>
          </p:nvPr>
        </p:nvSpPr>
        <p:spPr>
          <a:xfrm>
            <a:off x="515938" y="6558846"/>
            <a:ext cx="6480000" cy="252000"/>
          </a:xfrm>
          <a:prstGeom prst="rect">
            <a:avLst/>
          </a:prstGeom>
        </p:spPr>
        <p:txBody>
          <a:bodyPr anchor="b"/>
          <a:lstStyle>
            <a:lvl1pPr>
              <a:defRPr sz="800">
                <a:solidFill>
                  <a:schemeClr val="bg1">
                    <a:lumMod val="50000"/>
                  </a:schemeClr>
                </a:solidFill>
                <a:latin typeface="Univers Light" panose="020B0403020202020204" pitchFamily="34" charset="0"/>
              </a:defRPr>
            </a:lvl1pPr>
          </a:lstStyle>
          <a:p>
            <a:pPr lvl="0"/>
            <a:r>
              <a:rPr lang="en-US"/>
              <a:t>Source:</a:t>
            </a:r>
            <a:endParaRPr lang="en-ID"/>
          </a:p>
        </p:txBody>
      </p:sp>
      <p:pic>
        <p:nvPicPr>
          <p:cNvPr id="8" name="Google Shape;216;p55">
            <a:extLst>
              <a:ext uri="{FF2B5EF4-FFF2-40B4-BE49-F238E27FC236}">
                <a16:creationId xmlns:a16="http://schemas.microsoft.com/office/drawing/2014/main" id="{8A2DDB1F-9FBA-438D-AA43-ABEC333D55C9}"/>
              </a:ext>
            </a:extLst>
          </p:cNvPr>
          <p:cNvPicPr preferRelativeResize="0"/>
          <p:nvPr userDrawn="1"/>
        </p:nvPicPr>
        <p:blipFill rotWithShape="1">
          <a:blip r:embed="rId2">
            <a:alphaModFix/>
          </a:blip>
          <a:srcRect l="15199" t="37033" r="15206" b="36973"/>
          <a:stretch/>
        </p:blipFill>
        <p:spPr>
          <a:xfrm>
            <a:off x="10375965" y="6535250"/>
            <a:ext cx="742191" cy="277200"/>
          </a:xfrm>
          <a:prstGeom prst="rect">
            <a:avLst/>
          </a:prstGeom>
          <a:noFill/>
          <a:ln>
            <a:noFill/>
          </a:ln>
        </p:spPr>
      </p:pic>
      <p:pic>
        <p:nvPicPr>
          <p:cNvPr id="7" name="Graphic 6" descr="SIG (company) - Wikipedia">
            <a:extLst>
              <a:ext uri="{FF2B5EF4-FFF2-40B4-BE49-F238E27FC236}">
                <a16:creationId xmlns:a16="http://schemas.microsoft.com/office/drawing/2014/main" id="{709DD92E-F7B3-0F67-0AE5-1B877360BD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76280" y="218758"/>
            <a:ext cx="573186" cy="329669"/>
          </a:xfrm>
          <a:prstGeom prst="rect">
            <a:avLst/>
          </a:prstGeom>
        </p:spPr>
      </p:pic>
    </p:spTree>
    <p:extLst>
      <p:ext uri="{BB962C8B-B14F-4D97-AF65-F5344CB8AC3E}">
        <p14:creationId xmlns:p14="http://schemas.microsoft.com/office/powerpoint/2010/main" val="528274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73" name="Rectangle 72">
            <a:extLst>
              <a:ext uri="{FF2B5EF4-FFF2-40B4-BE49-F238E27FC236}">
                <a16:creationId xmlns:a16="http://schemas.microsoft.com/office/drawing/2014/main" id="{38BD782C-DDD6-48ED-296B-47AC5452CF2A}"/>
              </a:ext>
            </a:extLst>
          </p:cNvPr>
          <p:cNvSpPr/>
          <p:nvPr userDrawn="1"/>
        </p:nvSpPr>
        <p:spPr>
          <a:xfrm>
            <a:off x="-1522096" y="368374"/>
            <a:ext cx="1168400" cy="62738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4" name="TextBox 73">
            <a:extLst>
              <a:ext uri="{FF2B5EF4-FFF2-40B4-BE49-F238E27FC236}">
                <a16:creationId xmlns:a16="http://schemas.microsoft.com/office/drawing/2014/main" id="{BD53C45C-C17E-4BCA-C291-74C91FD32D2F}"/>
              </a:ext>
            </a:extLst>
          </p:cNvPr>
          <p:cNvSpPr txBox="1"/>
          <p:nvPr userDrawn="1"/>
        </p:nvSpPr>
        <p:spPr>
          <a:xfrm>
            <a:off x="-1522095" y="34080"/>
            <a:ext cx="1168399" cy="261610"/>
          </a:xfrm>
          <a:prstGeom prst="rect">
            <a:avLst/>
          </a:prstGeom>
          <a:noFill/>
        </p:spPr>
        <p:txBody>
          <a:bodyPr wrap="square" rtlCol="0">
            <a:spAutoFit/>
          </a:bodyPr>
          <a:lstStyle/>
          <a:p>
            <a:pPr algn="ctr"/>
            <a:r>
              <a:rPr lang="en-US" sz="1100" b="1">
                <a:latin typeface="Univers LT Std 55" panose="020B0604020202020204" charset="0"/>
                <a:cs typeface="Univers LT Std 55" panose="020B0604020202020204" charset="0"/>
              </a:rPr>
              <a:t>COLOR CODE</a:t>
            </a:r>
            <a:endParaRPr lang="en-ID" sz="1100" b="1">
              <a:latin typeface="Univers LT Std 55" panose="020B0604020202020204" charset="0"/>
              <a:cs typeface="Univers LT Std 55" panose="020B0604020202020204" charset="0"/>
            </a:endParaRPr>
          </a:p>
        </p:txBody>
      </p:sp>
      <p:sp>
        <p:nvSpPr>
          <p:cNvPr id="75" name="Rectangle 74">
            <a:extLst>
              <a:ext uri="{FF2B5EF4-FFF2-40B4-BE49-F238E27FC236}">
                <a16:creationId xmlns:a16="http://schemas.microsoft.com/office/drawing/2014/main" id="{85B7CD50-044F-3CA5-99A9-43FFF2C452E2}"/>
              </a:ext>
            </a:extLst>
          </p:cNvPr>
          <p:cNvSpPr/>
          <p:nvPr userDrawn="1"/>
        </p:nvSpPr>
        <p:spPr>
          <a:xfrm>
            <a:off x="-951264" y="520774"/>
            <a:ext cx="457200" cy="440193"/>
          </a:xfrm>
          <a:prstGeom prst="rect">
            <a:avLst/>
          </a:prstGeom>
          <a:solidFill>
            <a:srgbClr val="0F1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6" name="Rectangle 75">
            <a:extLst>
              <a:ext uri="{FF2B5EF4-FFF2-40B4-BE49-F238E27FC236}">
                <a16:creationId xmlns:a16="http://schemas.microsoft.com/office/drawing/2014/main" id="{149D6E1A-B971-C79C-FC16-C89D5DD7F818}"/>
              </a:ext>
            </a:extLst>
          </p:cNvPr>
          <p:cNvSpPr/>
          <p:nvPr userDrawn="1"/>
        </p:nvSpPr>
        <p:spPr>
          <a:xfrm>
            <a:off x="-951264" y="1121098"/>
            <a:ext cx="457200" cy="440193"/>
          </a:xfrm>
          <a:prstGeom prst="rect">
            <a:avLst/>
          </a:prstGeom>
          <a:solidFill>
            <a:srgbClr val="12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7" name="Rectangle 76">
            <a:extLst>
              <a:ext uri="{FF2B5EF4-FFF2-40B4-BE49-F238E27FC236}">
                <a16:creationId xmlns:a16="http://schemas.microsoft.com/office/drawing/2014/main" id="{13BD806F-DCAD-9AE6-8EC4-4B7923E9D78C}"/>
              </a:ext>
            </a:extLst>
          </p:cNvPr>
          <p:cNvSpPr/>
          <p:nvPr userDrawn="1"/>
        </p:nvSpPr>
        <p:spPr>
          <a:xfrm>
            <a:off x="-951264" y="1721422"/>
            <a:ext cx="457200" cy="440193"/>
          </a:xfrm>
          <a:prstGeom prst="rect">
            <a:avLst/>
          </a:prstGeom>
          <a:solidFill>
            <a:srgbClr val="1E6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8" name="Rectangle 77">
            <a:extLst>
              <a:ext uri="{FF2B5EF4-FFF2-40B4-BE49-F238E27FC236}">
                <a16:creationId xmlns:a16="http://schemas.microsoft.com/office/drawing/2014/main" id="{2D7E54DE-165A-CDC9-85BF-137AECCBD9DF}"/>
              </a:ext>
            </a:extLst>
          </p:cNvPr>
          <p:cNvSpPr/>
          <p:nvPr userDrawn="1"/>
        </p:nvSpPr>
        <p:spPr>
          <a:xfrm>
            <a:off x="-951264" y="2321746"/>
            <a:ext cx="457200" cy="440193"/>
          </a:xfrm>
          <a:prstGeom prst="rect">
            <a:avLst/>
          </a:prstGeom>
          <a:solidFill>
            <a:srgbClr val="368F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9" name="Rectangle 78">
            <a:extLst>
              <a:ext uri="{FF2B5EF4-FFF2-40B4-BE49-F238E27FC236}">
                <a16:creationId xmlns:a16="http://schemas.microsoft.com/office/drawing/2014/main" id="{4283F277-8E53-7CFB-C881-0B333F2F1088}"/>
              </a:ext>
            </a:extLst>
          </p:cNvPr>
          <p:cNvSpPr/>
          <p:nvPr userDrawn="1"/>
        </p:nvSpPr>
        <p:spPr>
          <a:xfrm>
            <a:off x="-951264" y="2915252"/>
            <a:ext cx="457200" cy="440193"/>
          </a:xfrm>
          <a:prstGeom prst="rect">
            <a:avLst/>
          </a:prstGeom>
          <a:solidFill>
            <a:srgbClr val="69C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0" name="Rectangle 79">
            <a:extLst>
              <a:ext uri="{FF2B5EF4-FFF2-40B4-BE49-F238E27FC236}">
                <a16:creationId xmlns:a16="http://schemas.microsoft.com/office/drawing/2014/main" id="{181D9A5B-E84D-A0B9-B749-FD0A0345068B}"/>
              </a:ext>
            </a:extLst>
          </p:cNvPr>
          <p:cNvSpPr/>
          <p:nvPr userDrawn="1"/>
        </p:nvSpPr>
        <p:spPr>
          <a:xfrm>
            <a:off x="-951264" y="3508758"/>
            <a:ext cx="457200" cy="440193"/>
          </a:xfrm>
          <a:prstGeom prst="rect">
            <a:avLst/>
          </a:prstGeom>
          <a:solidFill>
            <a:srgbClr val="595A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1" name="Rectangle 80">
            <a:extLst>
              <a:ext uri="{FF2B5EF4-FFF2-40B4-BE49-F238E27FC236}">
                <a16:creationId xmlns:a16="http://schemas.microsoft.com/office/drawing/2014/main" id="{D40AE0BC-B8F5-634A-396E-6E53675A4F01}"/>
              </a:ext>
            </a:extLst>
          </p:cNvPr>
          <p:cNvSpPr/>
          <p:nvPr userDrawn="1"/>
        </p:nvSpPr>
        <p:spPr>
          <a:xfrm>
            <a:off x="-951264" y="4102264"/>
            <a:ext cx="457200" cy="440193"/>
          </a:xfrm>
          <a:prstGeom prst="rect">
            <a:avLst/>
          </a:prstGeom>
          <a:solidFill>
            <a:srgbClr val="DB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pic>
        <p:nvPicPr>
          <p:cNvPr id="82" name="Picture 81">
            <a:extLst>
              <a:ext uri="{FF2B5EF4-FFF2-40B4-BE49-F238E27FC236}">
                <a16:creationId xmlns:a16="http://schemas.microsoft.com/office/drawing/2014/main" id="{8EB35BF9-18BB-0541-A34C-558B3171BFA4}"/>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a:stretch/>
        </p:blipFill>
        <p:spPr>
          <a:xfrm>
            <a:off x="-951264" y="4695770"/>
            <a:ext cx="457200" cy="1819404"/>
          </a:xfrm>
          <a:prstGeom prst="rect">
            <a:avLst/>
          </a:prstGeom>
        </p:spPr>
      </p:pic>
      <p:sp>
        <p:nvSpPr>
          <p:cNvPr id="83" name="TextBox 82">
            <a:extLst>
              <a:ext uri="{FF2B5EF4-FFF2-40B4-BE49-F238E27FC236}">
                <a16:creationId xmlns:a16="http://schemas.microsoft.com/office/drawing/2014/main" id="{612E7786-8511-10D3-9505-80876E882211}"/>
              </a:ext>
            </a:extLst>
          </p:cNvPr>
          <p:cNvSpPr txBox="1"/>
          <p:nvPr userDrawn="1"/>
        </p:nvSpPr>
        <p:spPr>
          <a:xfrm rot="16200000">
            <a:off x="-1888039" y="1809836"/>
            <a:ext cx="1181734" cy="256545"/>
          </a:xfrm>
          <a:prstGeom prst="rect">
            <a:avLst/>
          </a:prstGeom>
          <a:noFill/>
        </p:spPr>
        <p:txBody>
          <a:bodyPr wrap="none" rtlCol="0">
            <a:spAutoFit/>
          </a:bodyPr>
          <a:lstStyle/>
          <a:p>
            <a:r>
              <a:rPr lang="en-US" sz="1067" b="1">
                <a:latin typeface="Ambit "/>
              </a:rPr>
              <a:t>Primary Colors</a:t>
            </a:r>
            <a:endParaRPr lang="en-ID" sz="1067" b="1">
              <a:latin typeface="Ambit "/>
            </a:endParaRPr>
          </a:p>
        </p:txBody>
      </p:sp>
      <p:cxnSp>
        <p:nvCxnSpPr>
          <p:cNvPr id="84" name="Connector: Elbow 83">
            <a:extLst>
              <a:ext uri="{FF2B5EF4-FFF2-40B4-BE49-F238E27FC236}">
                <a16:creationId xmlns:a16="http://schemas.microsoft.com/office/drawing/2014/main" id="{1617C5DC-D9E5-ED87-57ED-5E6A8B097DF3}"/>
              </a:ext>
            </a:extLst>
          </p:cNvPr>
          <p:cNvCxnSpPr>
            <a:cxnSpLocks/>
            <a:stCxn id="75" idx="1"/>
            <a:endCxn id="79" idx="1"/>
          </p:cNvCxnSpPr>
          <p:nvPr userDrawn="1"/>
        </p:nvCxnSpPr>
        <p:spPr>
          <a:xfrm rot="10800000" flipV="1">
            <a:off x="-951264" y="740870"/>
            <a:ext cx="8467" cy="2394478"/>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BD3E2F2B-DA2C-CF60-E2AA-BA214CBAE2E4}"/>
              </a:ext>
            </a:extLst>
          </p:cNvPr>
          <p:cNvCxnSpPr>
            <a:cxnSpLocks/>
            <a:stCxn id="80" idx="1"/>
            <a:endCxn id="81" idx="1"/>
          </p:cNvCxnSpPr>
          <p:nvPr userDrawn="1"/>
        </p:nvCxnSpPr>
        <p:spPr>
          <a:xfrm rot="10800000" flipV="1">
            <a:off x="-951264" y="3728854"/>
            <a:ext cx="8467" cy="593506"/>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FD0419-C669-B024-2DBC-0CBA2CAF000B}"/>
              </a:ext>
            </a:extLst>
          </p:cNvPr>
          <p:cNvSpPr txBox="1"/>
          <p:nvPr userDrawn="1"/>
        </p:nvSpPr>
        <p:spPr>
          <a:xfrm rot="16200000">
            <a:off x="-1973000" y="3856623"/>
            <a:ext cx="1351652" cy="256545"/>
          </a:xfrm>
          <a:prstGeom prst="rect">
            <a:avLst/>
          </a:prstGeom>
          <a:noFill/>
        </p:spPr>
        <p:txBody>
          <a:bodyPr wrap="none" rtlCol="0">
            <a:spAutoFit/>
          </a:bodyPr>
          <a:lstStyle/>
          <a:p>
            <a:r>
              <a:rPr lang="en-US" sz="1067" b="1">
                <a:latin typeface="Ambit "/>
              </a:rPr>
              <a:t>Secondary Colors</a:t>
            </a:r>
            <a:endParaRPr lang="en-ID" sz="1067" b="1">
              <a:latin typeface="Ambit "/>
            </a:endParaRPr>
          </a:p>
        </p:txBody>
      </p:sp>
      <p:sp>
        <p:nvSpPr>
          <p:cNvPr id="87" name="TextBox 86">
            <a:extLst>
              <a:ext uri="{FF2B5EF4-FFF2-40B4-BE49-F238E27FC236}">
                <a16:creationId xmlns:a16="http://schemas.microsoft.com/office/drawing/2014/main" id="{41A57281-FCD6-917E-2813-3DDF7716BE5F}"/>
              </a:ext>
            </a:extLst>
          </p:cNvPr>
          <p:cNvSpPr txBox="1"/>
          <p:nvPr userDrawn="1"/>
        </p:nvSpPr>
        <p:spPr>
          <a:xfrm rot="16200000">
            <a:off x="-2247111" y="5477200"/>
            <a:ext cx="1899879" cy="256545"/>
          </a:xfrm>
          <a:prstGeom prst="rect">
            <a:avLst/>
          </a:prstGeom>
          <a:noFill/>
        </p:spPr>
        <p:txBody>
          <a:bodyPr wrap="none" rtlCol="0">
            <a:spAutoFit/>
          </a:bodyPr>
          <a:lstStyle/>
          <a:p>
            <a:r>
              <a:rPr lang="en-US" sz="1067" b="1">
                <a:latin typeface="Ambit "/>
              </a:rPr>
              <a:t>For Highlighting Purposes</a:t>
            </a:r>
            <a:endParaRPr lang="en-ID" sz="1067" b="1">
              <a:latin typeface="Ambit "/>
            </a:endParaRPr>
          </a:p>
        </p:txBody>
      </p:sp>
      <p:sp>
        <p:nvSpPr>
          <p:cNvPr id="4" name="Rectangle 3">
            <a:extLst>
              <a:ext uri="{FF2B5EF4-FFF2-40B4-BE49-F238E27FC236}">
                <a16:creationId xmlns:a16="http://schemas.microsoft.com/office/drawing/2014/main" id="{DF29DA16-0ADD-F41D-0073-FD8ACF62D648}"/>
              </a:ext>
            </a:extLst>
          </p:cNvPr>
          <p:cNvSpPr/>
          <p:nvPr userDrawn="1"/>
        </p:nvSpPr>
        <p:spPr>
          <a:xfrm>
            <a:off x="-951265" y="4102264"/>
            <a:ext cx="457200" cy="4401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5" name="Rectangle 4">
            <a:extLst>
              <a:ext uri="{FF2B5EF4-FFF2-40B4-BE49-F238E27FC236}">
                <a16:creationId xmlns:a16="http://schemas.microsoft.com/office/drawing/2014/main" id="{564BCD32-9AC1-D2AF-7535-19192E1734FD}"/>
              </a:ext>
            </a:extLst>
          </p:cNvPr>
          <p:cNvSpPr/>
          <p:nvPr userDrawn="1"/>
        </p:nvSpPr>
        <p:spPr>
          <a:xfrm>
            <a:off x="-722665" y="4102264"/>
            <a:ext cx="80917" cy="4401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6" name="Rectangle 5">
            <a:extLst>
              <a:ext uri="{FF2B5EF4-FFF2-40B4-BE49-F238E27FC236}">
                <a16:creationId xmlns:a16="http://schemas.microsoft.com/office/drawing/2014/main" id="{4CF47DD2-F09F-A3CE-04F3-44DBDEE033BE}"/>
              </a:ext>
            </a:extLst>
          </p:cNvPr>
          <p:cNvSpPr/>
          <p:nvPr userDrawn="1"/>
        </p:nvSpPr>
        <p:spPr>
          <a:xfrm>
            <a:off x="-574982" y="4102264"/>
            <a:ext cx="80917" cy="4401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 name="Rectangle 6">
            <a:extLst>
              <a:ext uri="{FF2B5EF4-FFF2-40B4-BE49-F238E27FC236}">
                <a16:creationId xmlns:a16="http://schemas.microsoft.com/office/drawing/2014/main" id="{62DA568F-4ADB-15A6-FF8C-5003AC4C64C6}"/>
              </a:ext>
            </a:extLst>
          </p:cNvPr>
          <p:cNvSpPr/>
          <p:nvPr userDrawn="1"/>
        </p:nvSpPr>
        <p:spPr>
          <a:xfrm>
            <a:off x="-648824" y="4102264"/>
            <a:ext cx="80917" cy="44019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Tree>
  </p:cSld>
  <p:clrMap bg1="lt1" tx1="dk1" bg2="dk2" tx2="lt2" accent1="accent1" accent2="accent2" accent3="accent3" accent4="accent4" accent5="accent5" accent6="accent6" hlink="hlink" folHlink="folHlink"/>
  <p:sldLayoutIdLst>
    <p:sldLayoutId id="2147483719"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en-ID" sz="2933" b="0" i="0" u="none" strike="noStrike" cap="none" dirty="0">
          <a:solidFill>
            <a:srgbClr val="0E1F31"/>
          </a:solidFill>
          <a:latin typeface="Ambit Light" pitchFamily="2" charset="77"/>
          <a:ea typeface="PMingLiU-ExtB" panose="02020500000000000000" pitchFamily="18" charset="-120"/>
          <a:cs typeface="Poppins"/>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952" userDrawn="1">
          <p15:clr>
            <a:srgbClr val="F26B43"/>
          </p15:clr>
        </p15:guide>
        <p15:guide id="2" pos="325" userDrawn="1">
          <p15:clr>
            <a:srgbClr val="F26B43"/>
          </p15:clr>
        </p15:guide>
        <p15:guide id="3" pos="7355" userDrawn="1">
          <p15:clr>
            <a:srgbClr val="F26B43"/>
          </p15:clr>
        </p15:guide>
        <p15:guide id="4" orient="horz" pos="467">
          <p15:clr>
            <a:srgbClr val="F26B43"/>
          </p15:clr>
        </p15:guide>
        <p15:guide id="5" orient="horz" pos="913">
          <p15:clr>
            <a:srgbClr val="F26B43"/>
          </p15:clr>
        </p15:guide>
        <p15:guide id="6" orient="horz" pos="1026">
          <p15:clr>
            <a:srgbClr val="F26B43"/>
          </p15:clr>
        </p15:guide>
        <p15:guide id="7" orient="horz" pos="4088">
          <p15:clr>
            <a:srgbClr val="F26B43"/>
          </p15:clr>
        </p15:guide>
      </p15:sldGuideLst>
    </p:ext>
  </p:extLst>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9BCA-1095-1A08-2CBC-C22AE0414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A0C9C-F296-1BC9-83EA-D1E16AAF935E}"/>
              </a:ext>
            </a:extLst>
          </p:cNvPr>
          <p:cNvSpPr>
            <a:spLocks noGrp="1"/>
          </p:cNvSpPr>
          <p:nvPr>
            <p:ph type="title"/>
          </p:nvPr>
        </p:nvSpPr>
        <p:spPr/>
        <p:txBody>
          <a:bodyPr/>
          <a:lstStyle/>
          <a:p>
            <a:r>
              <a:rPr lang="en-US" dirty="0"/>
              <a:t>Revenue = Price x Volume</a:t>
            </a:r>
            <a:endParaRPr lang="en-ID" dirty="0"/>
          </a:p>
        </p:txBody>
      </p:sp>
      <p:sp>
        <p:nvSpPr>
          <p:cNvPr id="3" name="Content Placeholder 2">
            <a:extLst>
              <a:ext uri="{FF2B5EF4-FFF2-40B4-BE49-F238E27FC236}">
                <a16:creationId xmlns:a16="http://schemas.microsoft.com/office/drawing/2014/main" id="{A0C9A547-FA53-1E83-E500-9CF60B123290}"/>
              </a:ext>
            </a:extLst>
          </p:cNvPr>
          <p:cNvSpPr>
            <a:spLocks noGrp="1"/>
          </p:cNvSpPr>
          <p:nvPr>
            <p:ph sz="quarter" idx="11"/>
          </p:nvPr>
        </p:nvSpPr>
        <p:spPr/>
        <p:txBody>
          <a:bodyPr/>
          <a:lstStyle/>
          <a:p>
            <a:r>
              <a:rPr lang="en-US" dirty="0"/>
              <a:t>Financial Analysis</a:t>
            </a:r>
            <a:endParaRPr lang="en-ID" dirty="0"/>
          </a:p>
        </p:txBody>
      </p:sp>
      <p:sp>
        <p:nvSpPr>
          <p:cNvPr id="4" name="Slide Number Placeholder 3">
            <a:extLst>
              <a:ext uri="{FF2B5EF4-FFF2-40B4-BE49-F238E27FC236}">
                <a16:creationId xmlns:a16="http://schemas.microsoft.com/office/drawing/2014/main" id="{92B71252-E443-5DC9-859D-7C260617071D}"/>
              </a:ext>
            </a:extLst>
          </p:cNvPr>
          <p:cNvSpPr>
            <a:spLocks noGrp="1"/>
          </p:cNvSpPr>
          <p:nvPr>
            <p:ph type="sldNum" sz="quarter" idx="4"/>
          </p:nvPr>
        </p:nvSpPr>
        <p:spPr/>
        <p:txBody>
          <a:bodyPr/>
          <a:lstStyle/>
          <a:p>
            <a:fld id="{5927C8ED-2499-455D-815A-8FC10D954B50}" type="slidenum">
              <a:rPr lang="en-ID" b="1" smtClean="0"/>
              <a:pPr/>
              <a:t>9</a:t>
            </a:fld>
            <a:endParaRPr lang="en-ID" b="1"/>
          </a:p>
        </p:txBody>
      </p:sp>
      <p:sp>
        <p:nvSpPr>
          <p:cNvPr id="5" name="Text Placeholder 4">
            <a:extLst>
              <a:ext uri="{FF2B5EF4-FFF2-40B4-BE49-F238E27FC236}">
                <a16:creationId xmlns:a16="http://schemas.microsoft.com/office/drawing/2014/main" id="{04415680-531A-DFC4-16FE-3B1407D07ABF}"/>
              </a:ext>
            </a:extLst>
          </p:cNvPr>
          <p:cNvSpPr>
            <a:spLocks noGrp="1"/>
          </p:cNvSpPr>
          <p:nvPr>
            <p:ph type="body" sz="quarter" idx="10"/>
          </p:nvPr>
        </p:nvSpPr>
        <p:spPr/>
        <p:txBody>
          <a:bodyPr/>
          <a:lstStyle/>
          <a:p>
            <a:pPr algn="l">
              <a:spcAft>
                <a:spcPts val="0"/>
              </a:spcAft>
              <a:buNone/>
            </a:pPr>
            <a:r>
              <a:rPr sz="800" b="0" i="0">
                <a:solidFill>
                  <a:srgbClr val="7F7F7F"/>
                </a:solidFill>
                <a:latin typeface="Univers Light"/>
              </a:rPr>
              <a:t>Note: price = revenue ÷ cement &amp; clinker volume; CPI = BPS headline, Dec-on-Dec. Source: SIG and INTP audited financial statements and annual reports FY2021–2025; BPS; Skha analysis</a:t>
            </a:r>
            <a:endParaRPr lang="en-ID"/>
          </a:p>
        </p:txBody>
      </p:sp>
      <p:sp>
        <p:nvSpPr>
          <p:cNvPr id="6" name="TextBox 5"/>
          <p:cNvSpPr txBox="1"/>
          <p:nvPr/>
        </p:nvSpPr>
        <p:spPr>
          <a:xfrm>
            <a:off x="515620" y="1447800"/>
            <a:ext cx="8774430" cy="2032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Revenue fell 4% to Rp35.2 T as cement sales shrank; clinker rose to 9.6% of revenue as SIG pushed exports to fill idle kilns</a:t>
            </a:r>
          </a:p>
        </p:txBody>
      </p:sp>
      <p:cxnSp>
        <p:nvCxnSpPr>
          <p:cNvPr id="7" name="Connector 6"/>
          <p:cNvCxnSpPr/>
          <p:nvPr/>
        </p:nvCxnSpPr>
        <p:spPr>
          <a:xfrm>
            <a:off x="515620" y="1689100"/>
            <a:ext cx="8774430" cy="0"/>
          </a:xfrm>
          <a:prstGeom prst="line">
            <a:avLst/>
          </a:prstGeom>
          <a:ln w="19050">
            <a:solidFill>
              <a:srgbClr val="1E64B0"/>
            </a:solidFill>
          </a:ln>
        </p:spPr>
      </p:cxnSp>
      <p:sp>
        <p:nvSpPr>
          <p:cNvPr id="8" name="TextBox 7"/>
          <p:cNvSpPr txBox="1"/>
          <p:nvPr/>
        </p:nvSpPr>
        <p:spPr>
          <a:xfrm>
            <a:off x="515620" y="1724660"/>
            <a:ext cx="877443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Revenue by product, Rp tn</a:t>
            </a:r>
          </a:p>
        </p:txBody>
      </p:sp>
      <p:sp>
        <p:nvSpPr>
          <p:cNvPr id="9" name="Rectangle 8"/>
          <p:cNvSpPr/>
          <p:nvPr/>
        </p:nvSpPr>
        <p:spPr>
          <a:xfrm>
            <a:off x="515620" y="1962150"/>
            <a:ext cx="76200" cy="76200"/>
          </a:xfrm>
          <a:prstGeom prst="rect">
            <a:avLst/>
          </a:prstGeom>
          <a:solidFill>
            <a:srgbClr val="12274C"/>
          </a:solidFill>
          <a:ln>
            <a:noFill/>
          </a:ln>
        </p:spPr>
        <p:txBody>
          <a:bodyPr rtlCol="0" anchor="ctr" lIns="0" rIns="0" tIns="0" bIns="0"/>
          <a:lstStyle/>
          <a:p>
            <a:pPr algn="ctr"/>
          </a:p>
        </p:txBody>
      </p:sp>
      <p:sp>
        <p:nvSpPr>
          <p:cNvPr id="10" name="TextBox 9"/>
          <p:cNvSpPr txBox="1"/>
          <p:nvPr/>
        </p:nvSpPr>
        <p:spPr>
          <a:xfrm>
            <a:off x="642620" y="1930400"/>
            <a:ext cx="373126"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Cement</a:t>
            </a:r>
          </a:p>
        </p:txBody>
      </p:sp>
      <p:sp>
        <p:nvSpPr>
          <p:cNvPr id="11" name="Rectangle 10"/>
          <p:cNvSpPr/>
          <p:nvPr/>
        </p:nvSpPr>
        <p:spPr>
          <a:xfrm>
            <a:off x="1130045" y="1962150"/>
            <a:ext cx="76200" cy="76200"/>
          </a:xfrm>
          <a:prstGeom prst="rect">
            <a:avLst/>
          </a:prstGeom>
          <a:solidFill>
            <a:srgbClr val="69C6F0"/>
          </a:solidFill>
          <a:ln>
            <a:noFill/>
          </a:ln>
        </p:spPr>
        <p:txBody>
          <a:bodyPr rtlCol="0" anchor="ctr" lIns="0" rIns="0" tIns="0" bIns="0"/>
          <a:lstStyle/>
          <a:p>
            <a:pPr algn="ctr"/>
          </a:p>
        </p:txBody>
      </p:sp>
      <p:sp>
        <p:nvSpPr>
          <p:cNvPr id="12" name="TextBox 11"/>
          <p:cNvSpPr txBox="1"/>
          <p:nvPr/>
        </p:nvSpPr>
        <p:spPr>
          <a:xfrm>
            <a:off x="1257045" y="1930400"/>
            <a:ext cx="426847"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Clinker</a:t>
            </a:r>
          </a:p>
        </p:txBody>
      </p:sp>
      <p:sp>
        <p:nvSpPr>
          <p:cNvPr id="13" name="Rectangle 12"/>
          <p:cNvSpPr/>
          <p:nvPr/>
        </p:nvSpPr>
        <p:spPr>
          <a:xfrm>
            <a:off x="1798192" y="1962150"/>
            <a:ext cx="76200" cy="76200"/>
          </a:xfrm>
          <a:prstGeom prst="rect">
            <a:avLst/>
          </a:prstGeom>
          <a:solidFill>
            <a:srgbClr val="A5DDF6"/>
          </a:solidFill>
          <a:ln>
            <a:noFill/>
          </a:ln>
        </p:spPr>
        <p:txBody>
          <a:bodyPr rtlCol="0" anchor="ctr" lIns="0" rIns="0" tIns="0" bIns="0"/>
          <a:lstStyle/>
          <a:p>
            <a:pPr algn="ctr"/>
          </a:p>
        </p:txBody>
      </p:sp>
      <p:sp>
        <p:nvSpPr>
          <p:cNvPr id="14" name="TextBox 13"/>
          <p:cNvSpPr txBox="1"/>
          <p:nvPr/>
        </p:nvSpPr>
        <p:spPr>
          <a:xfrm>
            <a:off x="1925192" y="1930400"/>
            <a:ext cx="1071498"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Ready-mix &amp; precast</a:t>
            </a:r>
          </a:p>
        </p:txBody>
      </p:sp>
      <p:sp>
        <p:nvSpPr>
          <p:cNvPr id="15" name="Rectangle 14"/>
          <p:cNvSpPr/>
          <p:nvPr/>
        </p:nvSpPr>
        <p:spPr>
          <a:xfrm>
            <a:off x="3110991" y="1962150"/>
            <a:ext cx="76200" cy="76200"/>
          </a:xfrm>
          <a:prstGeom prst="rect">
            <a:avLst/>
          </a:prstGeom>
          <a:solidFill>
            <a:srgbClr val="CBEBF8"/>
          </a:solidFill>
          <a:ln>
            <a:noFill/>
          </a:ln>
        </p:spPr>
        <p:txBody>
          <a:bodyPr rtlCol="0" anchor="ctr" lIns="0" rIns="0" tIns="0" bIns="0"/>
          <a:lstStyle/>
          <a:p>
            <a:pPr algn="ctr"/>
          </a:p>
        </p:txBody>
      </p:sp>
      <p:sp>
        <p:nvSpPr>
          <p:cNvPr id="16" name="TextBox 15"/>
          <p:cNvSpPr txBox="1"/>
          <p:nvPr/>
        </p:nvSpPr>
        <p:spPr>
          <a:xfrm>
            <a:off x="3237991" y="1930400"/>
            <a:ext cx="1125220"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Non-cement materials</a:t>
            </a:r>
          </a:p>
        </p:txBody>
      </p:sp>
      <p:sp>
        <p:nvSpPr>
          <p:cNvPr id="17" name="Rectangle 16"/>
          <p:cNvSpPr/>
          <p:nvPr/>
        </p:nvSpPr>
        <p:spPr>
          <a:xfrm>
            <a:off x="4477511" y="1962150"/>
            <a:ext cx="76200" cy="76200"/>
          </a:xfrm>
          <a:prstGeom prst="rect">
            <a:avLst/>
          </a:prstGeom>
          <a:solidFill>
            <a:srgbClr val="D9D9D9"/>
          </a:solidFill>
          <a:ln>
            <a:noFill/>
          </a:ln>
        </p:spPr>
        <p:txBody>
          <a:bodyPr rtlCol="0" anchor="ctr" lIns="0" rIns="0" tIns="0" bIns="0"/>
          <a:lstStyle/>
          <a:p>
            <a:pPr algn="ctr"/>
          </a:p>
        </p:txBody>
      </p:sp>
      <p:sp>
        <p:nvSpPr>
          <p:cNvPr id="18" name="TextBox 17"/>
          <p:cNvSpPr txBox="1"/>
          <p:nvPr/>
        </p:nvSpPr>
        <p:spPr>
          <a:xfrm>
            <a:off x="4604511" y="1930400"/>
            <a:ext cx="373126"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Others</a:t>
            </a:r>
          </a:p>
        </p:txBody>
      </p:sp>
      <p:graphicFrame>
        <p:nvGraphicFramePr>
          <p:cNvPr id="19" name="Chart revenue mix"/>
          <p:cNvGraphicFramePr>
            <a:graphicFrameLocks noGrp="1"/>
          </p:cNvGraphicFramePr>
          <p:nvPr/>
        </p:nvGraphicFramePr>
        <p:xfrm>
          <a:off x="515620" y="2082800"/>
          <a:ext cx="5461000" cy="1714500"/>
        </p:xfrm>
        <a:graphic>
          <a:graphicData uri="http://schemas.openxmlformats.org/drawingml/2006/chart">
            <c:chart xmlns:c="http://schemas.openxmlformats.org/drawingml/2006/chart" r:id="rId3"/>
          </a:graphicData>
        </a:graphic>
      </p:graphicFrame>
      <p:sp>
        <p:nvSpPr>
          <p:cNvPr id="20" name="Rectangle 19"/>
          <p:cNvSpPr/>
          <p:nvPr/>
        </p:nvSpPr>
        <p:spPr>
          <a:xfrm>
            <a:off x="6121400" y="1930400"/>
            <a:ext cx="3168650" cy="1866900"/>
          </a:xfrm>
          <a:prstGeom prst="rect">
            <a:avLst/>
          </a:prstGeom>
          <a:solidFill>
            <a:srgbClr val="F0FAFE"/>
          </a:solidFill>
          <a:ln>
            <a:noFill/>
          </a:ln>
        </p:spPr>
        <p:txBody>
          <a:bodyPr rtlCol="0" anchor="ctr" lIns="0" rIns="0" tIns="0" bIns="0"/>
          <a:lstStyle/>
          <a:p>
            <a:pPr algn="ctr"/>
          </a:p>
        </p:txBody>
      </p:sp>
      <p:sp>
        <p:nvSpPr>
          <p:cNvPr id="21" name="TextBox 20"/>
          <p:cNvSpPr txBox="1"/>
          <p:nvPr/>
        </p:nvSpPr>
        <p:spPr>
          <a:xfrm>
            <a:off x="6223000" y="1993900"/>
            <a:ext cx="2965450" cy="165100"/>
          </a:xfrm>
          <a:prstGeom prst="rect">
            <a:avLst/>
          </a:prstGeom>
          <a:noFill/>
        </p:spPr>
        <p:txBody>
          <a:bodyPr wrap="square" lIns="0" rIns="0" tIns="0" bIns="0" anchor="t"/>
          <a:lstStyle/>
          <a:p>
            <a:pPr algn="l">
              <a:spcAft>
                <a:spcPts val="0"/>
              </a:spcAft>
              <a:buNone/>
            </a:pPr>
            <a:r>
              <a:rPr sz="1050" b="1" i="0">
                <a:solidFill>
                  <a:srgbClr val="0F1F33"/>
                </a:solidFill>
                <a:latin typeface="Univers Light"/>
              </a:rPr>
              <a:t>Interesting: a shift to semi-finished clinker</a:t>
            </a:r>
          </a:p>
        </p:txBody>
      </p:sp>
      <p:sp>
        <p:nvSpPr>
          <p:cNvPr id="22" name="Pentagon 21"/>
          <p:cNvSpPr/>
          <p:nvPr/>
        </p:nvSpPr>
        <p:spPr>
          <a:xfrm>
            <a:off x="6223000" y="2209800"/>
            <a:ext cx="1016000" cy="254000"/>
          </a:xfrm>
          <a:prstGeom prst="homePlate">
            <a:avLst/>
          </a:prstGeom>
          <a:solidFill>
            <a:srgbClr val="CBEBF8"/>
          </a:solidFill>
          <a:ln>
            <a:noFill/>
          </a:ln>
        </p:spPr>
        <p:txBody>
          <a:bodyPr rtlCol="0" anchor="ctr" lIns="0" rIns="0" tIns="0" bIns="0"/>
          <a:lstStyle/>
          <a:p>
            <a:pPr algn="ctr">
              <a:spcAft>
                <a:spcPts val="0"/>
              </a:spcAft>
              <a:buNone/>
            </a:pPr>
            <a:r>
              <a:rPr sz="900" b="1" i="0">
                <a:solidFill>
                  <a:srgbClr val="161616"/>
                </a:solidFill>
                <a:latin typeface="Univers Light"/>
              </a:rPr>
              <a:t>Limestone</a:t>
            </a:r>
          </a:p>
        </p:txBody>
      </p:sp>
      <p:sp>
        <p:nvSpPr>
          <p:cNvPr id="23" name="Chevron 22"/>
          <p:cNvSpPr/>
          <p:nvPr/>
        </p:nvSpPr>
        <p:spPr>
          <a:xfrm>
            <a:off x="7188200" y="2209800"/>
            <a:ext cx="1016000" cy="254000"/>
          </a:xfrm>
          <a:prstGeom prst="chevron">
            <a:avLst/>
          </a:prstGeom>
          <a:solidFill>
            <a:srgbClr val="69C6F0"/>
          </a:solidFill>
          <a:ln>
            <a:noFill/>
          </a:ln>
        </p:spPr>
        <p:txBody>
          <a:bodyPr rtlCol="0" anchor="ctr" lIns="0" rIns="0" tIns="0" bIns="0"/>
          <a:lstStyle/>
          <a:p>
            <a:pPr algn="ctr">
              <a:spcAft>
                <a:spcPts val="0"/>
              </a:spcAft>
              <a:buNone/>
            </a:pPr>
            <a:r>
              <a:rPr sz="900" b="1" i="0">
                <a:solidFill>
                  <a:srgbClr val="0F1F33"/>
                </a:solidFill>
                <a:latin typeface="Univers Light"/>
              </a:rPr>
              <a:t>Clinker</a:t>
            </a:r>
          </a:p>
        </p:txBody>
      </p:sp>
      <p:sp>
        <p:nvSpPr>
          <p:cNvPr id="24" name="Chevron 23"/>
          <p:cNvSpPr/>
          <p:nvPr/>
        </p:nvSpPr>
        <p:spPr>
          <a:xfrm>
            <a:off x="8153400" y="2209800"/>
            <a:ext cx="1016000" cy="254000"/>
          </a:xfrm>
          <a:prstGeom prst="chevron">
            <a:avLst/>
          </a:prstGeom>
          <a:solidFill>
            <a:srgbClr val="12274C"/>
          </a:solidFill>
          <a:ln>
            <a:noFill/>
          </a:ln>
        </p:spPr>
        <p:txBody>
          <a:bodyPr rtlCol="0" anchor="ctr" lIns="0" rIns="0" tIns="0" bIns="0"/>
          <a:lstStyle/>
          <a:p>
            <a:pPr algn="ctr">
              <a:spcAft>
                <a:spcPts val="0"/>
              </a:spcAft>
              <a:buNone/>
            </a:pPr>
            <a:r>
              <a:rPr sz="900" b="1" i="0">
                <a:solidFill>
                  <a:srgbClr val="FFFFFF"/>
                </a:solidFill>
                <a:latin typeface="Univers Light"/>
              </a:rPr>
              <a:t>Cement</a:t>
            </a:r>
          </a:p>
        </p:txBody>
      </p:sp>
      <p:sp>
        <p:nvSpPr>
          <p:cNvPr id="25" name="TextBox 24"/>
          <p:cNvSpPr txBox="1"/>
          <p:nvPr/>
        </p:nvSpPr>
        <p:spPr>
          <a:xfrm>
            <a:off x="6223000" y="2540000"/>
            <a:ext cx="2965450" cy="1206500"/>
          </a:xfrm>
          <a:prstGeom prst="rect">
            <a:avLst/>
          </a:prstGeom>
          <a:noFill/>
        </p:spPr>
        <p:txBody>
          <a:bodyPr wrap="square" lIns="0" rIns="0" tIns="0" bIns="0" anchor="t"/>
          <a:lstStyle/>
          <a:p>
            <a:pPr algn="l" marL="127000" indent="-127000">
              <a:spcAft>
                <a:spcPts val="200"/>
              </a:spcAft>
              <a:buFont typeface="Arial"/>
              <a:buChar char="•"/>
            </a:pPr>
            <a:r>
              <a:rPr sz="900" b="0" i="0">
                <a:solidFill>
                  <a:srgbClr val="161616"/>
                </a:solidFill>
                <a:latin typeface="Univers Light"/>
              </a:rPr>
              <a:t>Clinker revenue +26% in FY25 to Rp3.4 T, 9.6% of revenue (highest in five years)</a:t>
            </a:r>
          </a:p>
          <a:p>
            <a:pPr algn="l" marL="127000" indent="-127000">
              <a:spcAft>
                <a:spcPts val="200"/>
              </a:spcAft>
              <a:buFont typeface="Arial"/>
              <a:buChar char="•"/>
            </a:pPr>
            <a:r>
              <a:rPr sz="900" b="0" i="0">
                <a:solidFill>
                  <a:srgbClr val="161616"/>
                </a:solidFill>
                <a:latin typeface="Univers Light"/>
              </a:rPr>
              <a:t>Regional &amp; export volume +1.0 Mt in FY25 offset ~75% of the 1.3 Mt domestic drop, keeping kilns running</a:t>
            </a:r>
          </a:p>
          <a:p>
            <a:pPr algn="l" marL="127000" indent="-127000">
              <a:spcAft>
                <a:spcPts val="0"/>
              </a:spcAft>
              <a:buFont typeface="Arial"/>
              <a:buChar char="•"/>
            </a:pPr>
            <a:r>
              <a:rPr sz="900" b="1" i="0">
                <a:solidFill>
                  <a:srgbClr val="161616"/>
                </a:solidFill>
                <a:latin typeface="Univers Light"/>
              </a:rPr>
              <a:t>Trade-off: </a:t>
            </a:r>
            <a:r>
              <a:rPr sz="900" b="0" i="0">
                <a:solidFill>
                  <a:srgbClr val="161616"/>
                </a:solidFill>
                <a:latin typeface="Univers Light"/>
              </a:rPr>
              <a:t>clinker is sold before grinding and bagging, so each ton carries less value added than cement</a:t>
            </a:r>
          </a:p>
        </p:txBody>
      </p:sp>
      <p:sp>
        <p:nvSpPr>
          <p:cNvPr id="26" name="TextBox 25"/>
          <p:cNvSpPr txBox="1"/>
          <p:nvPr/>
        </p:nvSpPr>
        <p:spPr>
          <a:xfrm>
            <a:off x="515620" y="3924300"/>
            <a:ext cx="429260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Price per ton rose 7%, in line with INTP (+8%), but fell 5% in real terms, an industry-wide cap</a:t>
            </a:r>
          </a:p>
        </p:txBody>
      </p:sp>
      <p:cxnSp>
        <p:nvCxnSpPr>
          <p:cNvPr id="27" name="Connector 26"/>
          <p:cNvCxnSpPr/>
          <p:nvPr/>
        </p:nvCxnSpPr>
        <p:spPr>
          <a:xfrm>
            <a:off x="515620" y="4343400"/>
            <a:ext cx="4292600" cy="0"/>
          </a:xfrm>
          <a:prstGeom prst="line">
            <a:avLst/>
          </a:prstGeom>
          <a:ln w="19050">
            <a:solidFill>
              <a:srgbClr val="1E64B0"/>
            </a:solidFill>
          </a:ln>
        </p:spPr>
      </p:cxnSp>
      <p:sp>
        <p:nvSpPr>
          <p:cNvPr id="28" name="TextBox 27"/>
          <p:cNvSpPr txBox="1"/>
          <p:nvPr/>
        </p:nvSpPr>
        <p:spPr>
          <a:xfrm>
            <a:off x="515620" y="4378960"/>
            <a:ext cx="429260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Revenue per ton, index FY21 = 100</a:t>
            </a:r>
          </a:p>
        </p:txBody>
      </p:sp>
      <p:cxnSp>
        <p:nvCxnSpPr>
          <p:cNvPr id="29" name="Connector 28"/>
          <p:cNvCxnSpPr/>
          <p:nvPr/>
        </p:nvCxnSpPr>
        <p:spPr>
          <a:xfrm>
            <a:off x="515620" y="4654550"/>
            <a:ext cx="177800" cy="0"/>
          </a:xfrm>
          <a:prstGeom prst="line">
            <a:avLst/>
          </a:prstGeom>
          <a:ln w="28575">
            <a:solidFill>
              <a:srgbClr val="12274C"/>
            </a:solidFill>
          </a:ln>
        </p:spPr>
      </p:cxnSp>
      <p:sp>
        <p:nvSpPr>
          <p:cNvPr id="30" name="Oval 29"/>
          <p:cNvSpPr/>
          <p:nvPr/>
        </p:nvSpPr>
        <p:spPr>
          <a:xfrm>
            <a:off x="572770" y="4622800"/>
            <a:ext cx="63500" cy="63500"/>
          </a:xfrm>
          <a:prstGeom prst="ellipse">
            <a:avLst/>
          </a:prstGeom>
          <a:solidFill>
            <a:srgbClr val="12274C"/>
          </a:solidFill>
          <a:ln>
            <a:noFill/>
          </a:ln>
        </p:spPr>
        <p:txBody>
          <a:bodyPr rtlCol="0" anchor="ctr" lIns="0" rIns="0" tIns="0" bIns="0"/>
          <a:lstStyle/>
          <a:p>
            <a:pPr algn="ctr"/>
          </a:p>
        </p:txBody>
      </p:sp>
      <p:sp>
        <p:nvSpPr>
          <p:cNvPr id="31" name="TextBox 30"/>
          <p:cNvSpPr txBox="1"/>
          <p:nvPr/>
        </p:nvSpPr>
        <p:spPr>
          <a:xfrm>
            <a:off x="744220" y="4584700"/>
            <a:ext cx="211962"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SIG</a:t>
            </a:r>
          </a:p>
        </p:txBody>
      </p:sp>
      <p:cxnSp>
        <p:nvCxnSpPr>
          <p:cNvPr id="32" name="Connector 31"/>
          <p:cNvCxnSpPr/>
          <p:nvPr/>
        </p:nvCxnSpPr>
        <p:spPr>
          <a:xfrm>
            <a:off x="1133983" y="4654550"/>
            <a:ext cx="177800" cy="0"/>
          </a:xfrm>
          <a:prstGeom prst="line">
            <a:avLst/>
          </a:prstGeom>
          <a:ln w="28575">
            <a:solidFill>
              <a:srgbClr val="C00000"/>
            </a:solidFill>
          </a:ln>
        </p:spPr>
      </p:cxnSp>
      <p:sp>
        <p:nvSpPr>
          <p:cNvPr id="33" name="Oval 32"/>
          <p:cNvSpPr/>
          <p:nvPr/>
        </p:nvSpPr>
        <p:spPr>
          <a:xfrm>
            <a:off x="1191133" y="4622800"/>
            <a:ext cx="63500" cy="63500"/>
          </a:xfrm>
          <a:prstGeom prst="ellipse">
            <a:avLst/>
          </a:prstGeom>
          <a:solidFill>
            <a:srgbClr val="C00000"/>
          </a:solidFill>
          <a:ln>
            <a:noFill/>
          </a:ln>
        </p:spPr>
        <p:txBody>
          <a:bodyPr rtlCol="0" anchor="ctr" lIns="0" rIns="0" tIns="0" bIns="0"/>
          <a:lstStyle/>
          <a:p>
            <a:pPr algn="ctr"/>
          </a:p>
        </p:txBody>
      </p:sp>
      <p:sp>
        <p:nvSpPr>
          <p:cNvPr id="34" name="TextBox 33"/>
          <p:cNvSpPr txBox="1"/>
          <p:nvPr/>
        </p:nvSpPr>
        <p:spPr>
          <a:xfrm>
            <a:off x="1362583" y="4584700"/>
            <a:ext cx="26568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INTP</a:t>
            </a:r>
          </a:p>
        </p:txBody>
      </p:sp>
      <p:cxnSp>
        <p:nvCxnSpPr>
          <p:cNvPr id="35" name="Connector 34"/>
          <p:cNvCxnSpPr/>
          <p:nvPr/>
        </p:nvCxnSpPr>
        <p:spPr>
          <a:xfrm>
            <a:off x="1806066" y="4654550"/>
            <a:ext cx="177800" cy="0"/>
          </a:xfrm>
          <a:prstGeom prst="line">
            <a:avLst/>
          </a:prstGeom>
          <a:ln w="19050">
            <a:solidFill>
              <a:srgbClr val="7F7F7F"/>
            </a:solidFill>
            <a:prstDash val="dash"/>
          </a:ln>
        </p:spPr>
      </p:cxnSp>
      <p:sp>
        <p:nvSpPr>
          <p:cNvPr id="36" name="TextBox 35"/>
          <p:cNvSpPr txBox="1"/>
          <p:nvPr/>
        </p:nvSpPr>
        <p:spPr>
          <a:xfrm>
            <a:off x="2034666" y="4584700"/>
            <a:ext cx="85661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Inflation (CPI)</a:t>
            </a:r>
          </a:p>
        </p:txBody>
      </p:sp>
      <p:graphicFrame>
        <p:nvGraphicFramePr>
          <p:cNvPr id="37" name="Chart price index"/>
          <p:cNvGraphicFramePr>
            <a:graphicFrameLocks noGrp="1"/>
          </p:cNvGraphicFramePr>
          <p:nvPr/>
        </p:nvGraphicFramePr>
        <p:xfrm>
          <a:off x="515620" y="4737100"/>
          <a:ext cx="4292600" cy="1130300"/>
        </p:xfrm>
        <a:graphic>
          <a:graphicData uri="http://schemas.openxmlformats.org/drawingml/2006/chart">
            <c:chart xmlns:c="http://schemas.openxmlformats.org/drawingml/2006/chart" r:id="rId4"/>
          </a:graphicData>
        </a:graphic>
      </p:graphicFrame>
      <p:sp>
        <p:nvSpPr>
          <p:cNvPr id="38" name="TextBox 37"/>
          <p:cNvSpPr txBox="1"/>
          <p:nvPr/>
        </p:nvSpPr>
        <p:spPr>
          <a:xfrm>
            <a:off x="515620" y="5892800"/>
            <a:ext cx="4292600" cy="355600"/>
          </a:xfrm>
          <a:prstGeom prst="rect">
            <a:avLst/>
          </a:prstGeom>
          <a:noFill/>
        </p:spPr>
        <p:txBody>
          <a:bodyPr wrap="square" lIns="0" rIns="0" tIns="0" bIns="0" anchor="t"/>
          <a:lstStyle/>
          <a:p>
            <a:pPr algn="l">
              <a:spcAft>
                <a:spcPts val="0"/>
              </a:spcAft>
              <a:buNone/>
            </a:pPr>
            <a:r>
              <a:rPr sz="900" b="0" i="0">
                <a:solidFill>
                  <a:srgbClr val="161616"/>
                </a:solidFill>
                <a:latin typeface="Univers Light"/>
              </a:rPr>
              <a:t>Rp865k → Rp929k per ton (INTP Rp822k → Rp889k). Deflated by CPI (+13.2%): SIG −5.1%, INTP −4.5%.</a:t>
            </a:r>
          </a:p>
        </p:txBody>
      </p:sp>
      <p:sp>
        <p:nvSpPr>
          <p:cNvPr id="39" name="TextBox 38"/>
          <p:cNvSpPr txBox="1"/>
          <p:nvPr/>
        </p:nvSpPr>
        <p:spPr>
          <a:xfrm>
            <a:off x="4997450" y="3924300"/>
            <a:ext cx="429260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Volume fell 11% while INTP grew 11% and the market shrank 3%; fixed costs now sit on fewer tons</a:t>
            </a:r>
          </a:p>
        </p:txBody>
      </p:sp>
      <p:cxnSp>
        <p:nvCxnSpPr>
          <p:cNvPr id="40" name="Connector 39"/>
          <p:cNvCxnSpPr/>
          <p:nvPr/>
        </p:nvCxnSpPr>
        <p:spPr>
          <a:xfrm>
            <a:off x="4997450" y="4343400"/>
            <a:ext cx="4292600" cy="0"/>
          </a:xfrm>
          <a:prstGeom prst="line">
            <a:avLst/>
          </a:prstGeom>
          <a:ln w="19050">
            <a:solidFill>
              <a:srgbClr val="1E64B0"/>
            </a:solidFill>
          </a:ln>
        </p:spPr>
      </p:cxnSp>
      <p:sp>
        <p:nvSpPr>
          <p:cNvPr id="41" name="TextBox 40"/>
          <p:cNvSpPr txBox="1"/>
          <p:nvPr/>
        </p:nvSpPr>
        <p:spPr>
          <a:xfrm>
            <a:off x="4997450" y="4378960"/>
            <a:ext cx="429260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Sales volume, index FY21 = 100</a:t>
            </a:r>
          </a:p>
        </p:txBody>
      </p:sp>
      <p:cxnSp>
        <p:nvCxnSpPr>
          <p:cNvPr id="42" name="Connector 41"/>
          <p:cNvCxnSpPr/>
          <p:nvPr/>
        </p:nvCxnSpPr>
        <p:spPr>
          <a:xfrm>
            <a:off x="4997450" y="4654550"/>
            <a:ext cx="177800" cy="0"/>
          </a:xfrm>
          <a:prstGeom prst="line">
            <a:avLst/>
          </a:prstGeom>
          <a:ln w="28575">
            <a:solidFill>
              <a:srgbClr val="12274C"/>
            </a:solidFill>
          </a:ln>
        </p:spPr>
      </p:cxnSp>
      <p:sp>
        <p:nvSpPr>
          <p:cNvPr id="43" name="Oval 42"/>
          <p:cNvSpPr/>
          <p:nvPr/>
        </p:nvSpPr>
        <p:spPr>
          <a:xfrm>
            <a:off x="5054600" y="4622800"/>
            <a:ext cx="63500" cy="63500"/>
          </a:xfrm>
          <a:prstGeom prst="ellipse">
            <a:avLst/>
          </a:prstGeom>
          <a:solidFill>
            <a:srgbClr val="12274C"/>
          </a:solidFill>
          <a:ln>
            <a:noFill/>
          </a:ln>
        </p:spPr>
        <p:txBody>
          <a:bodyPr rtlCol="0" anchor="ctr" lIns="0" rIns="0" tIns="0" bIns="0"/>
          <a:lstStyle/>
          <a:p>
            <a:pPr algn="ctr"/>
          </a:p>
        </p:txBody>
      </p:sp>
      <p:sp>
        <p:nvSpPr>
          <p:cNvPr id="44" name="TextBox 43"/>
          <p:cNvSpPr txBox="1"/>
          <p:nvPr/>
        </p:nvSpPr>
        <p:spPr>
          <a:xfrm>
            <a:off x="5226050" y="4584700"/>
            <a:ext cx="211962"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SIG</a:t>
            </a:r>
          </a:p>
        </p:txBody>
      </p:sp>
      <p:cxnSp>
        <p:nvCxnSpPr>
          <p:cNvPr id="45" name="Connector 44"/>
          <p:cNvCxnSpPr/>
          <p:nvPr/>
        </p:nvCxnSpPr>
        <p:spPr>
          <a:xfrm>
            <a:off x="5615813" y="4654550"/>
            <a:ext cx="177800" cy="0"/>
          </a:xfrm>
          <a:prstGeom prst="line">
            <a:avLst/>
          </a:prstGeom>
          <a:ln w="28575">
            <a:solidFill>
              <a:srgbClr val="C00000"/>
            </a:solidFill>
          </a:ln>
        </p:spPr>
      </p:cxnSp>
      <p:sp>
        <p:nvSpPr>
          <p:cNvPr id="46" name="Oval 45"/>
          <p:cNvSpPr/>
          <p:nvPr/>
        </p:nvSpPr>
        <p:spPr>
          <a:xfrm>
            <a:off x="5672963" y="4622800"/>
            <a:ext cx="63500" cy="63500"/>
          </a:xfrm>
          <a:prstGeom prst="ellipse">
            <a:avLst/>
          </a:prstGeom>
          <a:solidFill>
            <a:srgbClr val="C00000"/>
          </a:solidFill>
          <a:ln>
            <a:noFill/>
          </a:ln>
        </p:spPr>
        <p:txBody>
          <a:bodyPr rtlCol="0" anchor="ctr" lIns="0" rIns="0" tIns="0" bIns="0"/>
          <a:lstStyle/>
          <a:p>
            <a:pPr algn="ctr"/>
          </a:p>
        </p:txBody>
      </p:sp>
      <p:sp>
        <p:nvSpPr>
          <p:cNvPr id="47" name="TextBox 46"/>
          <p:cNvSpPr txBox="1"/>
          <p:nvPr/>
        </p:nvSpPr>
        <p:spPr>
          <a:xfrm>
            <a:off x="5844413" y="4584700"/>
            <a:ext cx="26568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INTP</a:t>
            </a:r>
          </a:p>
        </p:txBody>
      </p:sp>
      <p:cxnSp>
        <p:nvCxnSpPr>
          <p:cNvPr id="48" name="Connector 47"/>
          <p:cNvCxnSpPr/>
          <p:nvPr/>
        </p:nvCxnSpPr>
        <p:spPr>
          <a:xfrm>
            <a:off x="6287897" y="4654550"/>
            <a:ext cx="177800" cy="0"/>
          </a:xfrm>
          <a:prstGeom prst="line">
            <a:avLst/>
          </a:prstGeom>
          <a:ln w="19050">
            <a:solidFill>
              <a:srgbClr val="7F7F7F"/>
            </a:solidFill>
            <a:prstDash val="dash"/>
          </a:ln>
        </p:spPr>
      </p:cxnSp>
      <p:sp>
        <p:nvSpPr>
          <p:cNvPr id="49" name="TextBox 48"/>
          <p:cNvSpPr txBox="1"/>
          <p:nvPr/>
        </p:nvSpPr>
        <p:spPr>
          <a:xfrm>
            <a:off x="6516497" y="4584700"/>
            <a:ext cx="85661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National demand</a:t>
            </a:r>
          </a:p>
        </p:txBody>
      </p:sp>
      <p:graphicFrame>
        <p:nvGraphicFramePr>
          <p:cNvPr id="50" name="Chart volume index"/>
          <p:cNvGraphicFramePr>
            <a:graphicFrameLocks noGrp="1"/>
          </p:cNvGraphicFramePr>
          <p:nvPr/>
        </p:nvGraphicFramePr>
        <p:xfrm>
          <a:off x="4997450" y="4737100"/>
          <a:ext cx="4292600" cy="1130300"/>
        </p:xfrm>
        <a:graphic>
          <a:graphicData uri="http://schemas.openxmlformats.org/drawingml/2006/chart">
            <c:chart xmlns:c="http://schemas.openxmlformats.org/drawingml/2006/chart" r:id="rId5"/>
          </a:graphicData>
        </a:graphic>
      </p:graphicFrame>
      <p:sp>
        <p:nvSpPr>
          <p:cNvPr id="51" name="TextBox 50"/>
          <p:cNvSpPr txBox="1"/>
          <p:nvPr/>
        </p:nvSpPr>
        <p:spPr>
          <a:xfrm>
            <a:off x="4997450" y="5892800"/>
            <a:ext cx="4292600" cy="355600"/>
          </a:xfrm>
          <a:prstGeom prst="rect">
            <a:avLst/>
          </a:prstGeom>
          <a:noFill/>
        </p:spPr>
        <p:txBody>
          <a:bodyPr wrap="square" lIns="0" rIns="0" tIns="0" bIns="0" anchor="t"/>
          <a:lstStyle/>
          <a:p>
            <a:pPr algn="l">
              <a:spcAft>
                <a:spcPts val="0"/>
              </a:spcAft>
              <a:buNone/>
            </a:pPr>
            <a:r>
              <a:rPr sz="900" b="0" i="0">
                <a:solidFill>
                  <a:srgbClr val="161616"/>
                </a:solidFill>
                <a:latin typeface="Univers Light"/>
              </a:rPr>
              <a:t>SIG 42.4 → 37.9 Mt vs INTP 18.0 → 19.9 Mt (partly via Bosowa, Grobogan). Domestic drop: 71% from share loss. Fixed cost/ton +30%; utilization 74% → 67%.</a:t>
            </a:r>
          </a:p>
        </p:txBody>
      </p:sp>
      <p:sp>
        <p:nvSpPr>
          <p:cNvPr id="52" name="Rectangle 51"/>
          <p:cNvSpPr/>
          <p:nvPr/>
        </p:nvSpPr>
        <p:spPr>
          <a:xfrm>
            <a:off x="9423400" y="1447800"/>
            <a:ext cx="2254250" cy="4826000"/>
          </a:xfrm>
          <a:prstGeom prst="rect">
            <a:avLst/>
          </a:prstGeom>
          <a:solidFill>
            <a:srgbClr val="F2F2F2"/>
          </a:solidFill>
          <a:ln w="9525">
            <a:solidFill>
              <a:srgbClr val="BFBFBF"/>
            </a:solidFill>
            <a:prstDash val="dash"/>
          </a:ln>
        </p:spPr>
        <p:txBody>
          <a:bodyPr rtlCol="0" anchor="ctr" lIns="0" rIns="0" tIns="0" bIns="0"/>
          <a:lstStyle/>
          <a:p>
            <a:pPr algn="ctr"/>
          </a:p>
        </p:txBody>
      </p:sp>
      <p:sp>
        <p:nvSpPr>
          <p:cNvPr id="53" name="TextBox 52"/>
          <p:cNvSpPr txBox="1"/>
          <p:nvPr/>
        </p:nvSpPr>
        <p:spPr>
          <a:xfrm>
            <a:off x="9537700" y="1549400"/>
            <a:ext cx="2025650" cy="4622800"/>
          </a:xfrm>
          <a:prstGeom prst="rect">
            <a:avLst/>
          </a:prstGeom>
          <a:noFill/>
        </p:spPr>
        <p:txBody>
          <a:bodyPr wrap="square" lIns="0" rIns="0" tIns="0" bIns="0" anchor="ctr"/>
          <a:lstStyle/>
          <a:p>
            <a:pPr algn="l">
              <a:spcAft>
                <a:spcPts val="1000"/>
              </a:spcAft>
              <a:buNone/>
            </a:pPr>
            <a:r>
              <a:rPr sz="1200" b="1" i="0">
                <a:solidFill>
                  <a:srgbClr val="0F1F33"/>
                </a:solidFill>
                <a:latin typeface="Univers Light"/>
              </a:rPr>
              <a:t>Key takeaways</a:t>
            </a:r>
          </a:p>
          <a:p>
            <a:pPr algn="l">
              <a:spcAft>
                <a:spcPts val="1000"/>
              </a:spcAft>
              <a:buNone/>
            </a:pPr>
            <a:r>
              <a:rPr sz="1050" b="1" i="0">
                <a:solidFill>
                  <a:srgbClr val="161616"/>
                </a:solidFill>
                <a:latin typeface="Univers Light"/>
              </a:rPr>
              <a:t>1. Price: nothing to fix. </a:t>
            </a:r>
            <a:r>
              <a:rPr sz="1050" b="0" i="0">
                <a:solidFill>
                  <a:srgbClr val="161616"/>
                </a:solidFill>
                <a:latin typeface="Univers Light"/>
              </a:rPr>
              <a:t>SIG prices in line with INTP (+7% vs +8%); the real-terms drop is an industry-wide cap from ~35% idle capacity, so price is already at the market optimum.</a:t>
            </a:r>
          </a:p>
          <a:p>
            <a:pPr algn="l">
              <a:spcAft>
                <a:spcPts val="0"/>
              </a:spcAft>
              <a:buNone/>
            </a:pPr>
            <a:r>
              <a:rPr sz="1050" b="1" i="0">
                <a:solidFill>
                  <a:srgbClr val="161616"/>
                </a:solidFill>
                <a:latin typeface="Univers Light"/>
              </a:rPr>
              <a:t>2. Volume is the lever. </a:t>
            </a:r>
            <a:r>
              <a:rPr sz="1050" b="0" i="0">
                <a:solidFill>
                  <a:srgbClr val="161616"/>
                </a:solidFill>
                <a:latin typeface="Univers Light"/>
              </a:rPr>
              <a:t>Regain domestic market share or increase exports to refill idle capacity and spread fixed costs over more tons. Clinker exports lift utilization, but each ton carries less value added than cement.</a:t>
            </a:r>
          </a:p>
        </p:txBody>
      </p:sp>
    </p:spTree>
    <p:extLst>
      <p:ext uri="{BB962C8B-B14F-4D97-AF65-F5344CB8AC3E}">
        <p14:creationId xmlns:p14="http://schemas.microsoft.com/office/powerpoint/2010/main" val="37380497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PT_AGENDA_PRESENTATION_COLOR_TAG" val="#1E64B0"/>
  <p:tag name="POWER_USER_PPT_AGENDA_PRESENTATION_DIVIDERS_CHECKED_TAG" val="0"/>
  <p:tag name="POWER_USER_PPT_AGENDA_PRESENTATION_SHOULD_CREATE_TABLE_OF_CONTENT_TAG" val="0"/>
  <p:tag name="POWER_USER_PPT_AGENDA_PRESENTATION_SHOW_BREADSCRUMBS_CHECKED_TAG" val="0"/>
  <p:tag name="POWER_USER_PPT_AGENDA_PRESENTATION_SHOW_SECTION_NUMBERS_CHECKED_TAG" val="1"/>
  <p:tag name="POWER_USER_PPT_AGENDA_PRESENTATION_SHOW_SLIDE_NUMBERS_CHECKED_TAG" val="1"/>
  <p:tag name="POWER_USER_PPT_AGENDA_PRESENTATION_TABLE_OF_CONTENT_CHECKED_TAG" val="1"/>
  <p:tag name="POWER_USER_PPT_AGENDA_PRESENTATION_TITLE_TEXT_TAG" val="Agenda"/>
  <p:tag name="POWER_USER_LINKS_STATUS_TAG" val="&lt;?xml version=&quot;1.0&quot; encoding=&quot;utf-16&quot;?&gt;&#10;&lt;PuLinks xmlns:xsd=&quot;http://www.w3.org/2001/XMLSchema&quot; xmlns:xsi=&quot;http://www.w3.org/2001/XMLSchema-instance&quot;&gt;&#10;  &lt;PuLink status=&quot;1&quot; id=&quot;POWER_USER_LINK_E3C54ECB_3B06_40E2_A2C2_06AAE84E20B1&quot; /&gt;&#10;  &lt;PuLink status=&quot;1&quot; id=&quot;POWER_USER_LINK_A476060D_DD86_41D7_9485_81CF4CA22E85&quot; /&gt;&#10;  &lt;PuLink status=&quot;1&quot; id=&quot;POWER_USER_LINK_4D0A5F2E_3641_45E3_8AD8_21BA0F28889F&quot; /&gt;&#10;  &lt;PuLink status=&quot;1&quot; id=&quot;POWER_USER_LINK_5329F2BA_1DBF_4934_9801_69E6D92EF323&quot; /&gt;&#10;  &lt;PuLink status=&quot;1&quot; id=&quot;POWER_USER_LINK_4D3A4DC7_29F4_4390_AD62_048BD85D5D4A&quot; /&gt;&#10;  &lt;PuLink status=&quot;1&quot; id=&quot;POWER_USER_LINK_A9DF1BC6_ECBF_4D9C_8EE0_2DB244DDE726&quot; /&gt;&#10;  &lt;PuLink status=&quot;1&quot; id=&quot;POWER_USER_LINK_ED371D84_1A43_438D_B59A_1957AB405483&quot; /&gt;&#10;  &lt;PuLink status=&quot;1&quot; id=&quot;POWER_USER_LINK_FAFFD5B3_9130_44EE_94FE_789C053E335E&quot; /&gt;&#10;  &lt;PuLink status=&quot;1&quot; id=&quot;POWER_USER_LINK_490C989C_894F_438A_A346_244E28D617CD&quot; /&gt;&#10;  &lt;PuLink status=&quot;1&quot; id=&quot;POWER_USER_LINK_CDDFA12C_CFA8_446C_955B_13AEF8441364&quot; /&gt;&#10;  &lt;PuLink status=&quot;1&quot; id=&quot;POWER_USER_LINK_DA6B8B3D_0B7D_478E_8721_1EA8651F0DBE&quot; /&gt;&#10;  &lt;PuLink status=&quot;1&quot; id=&quot;POWER_USER_LINK_AC6F0AF7_9108_4E46_BE97_5BAD1598C132&quot; /&gt;&#10;&lt;/PuLinks&gt;"/>
</p:tagLst>
</file>

<file path=ppt/theme/theme1.xml><?xml version="1.0" encoding="utf-8"?>
<a:theme xmlns:a="http://schemas.openxmlformats.org/drawingml/2006/main" name="Office Theme">
  <a:themeElements>
    <a:clrScheme name="Skha Colors">
      <a:dk1>
        <a:srgbClr val="0F1F33"/>
      </a:dk1>
      <a:lt1>
        <a:sysClr val="window" lastClr="FFFFFF"/>
      </a:lt1>
      <a:dk2>
        <a:srgbClr val="12274C"/>
      </a:dk2>
      <a:lt2>
        <a:srgbClr val="F0FAFE"/>
      </a:lt2>
      <a:accent1>
        <a:srgbClr val="1E64B0"/>
      </a:accent1>
      <a:accent2>
        <a:srgbClr val="368FCD"/>
      </a:accent2>
      <a:accent3>
        <a:srgbClr val="69C6F0"/>
      </a:accent3>
      <a:accent4>
        <a:srgbClr val="595959"/>
      </a:accent4>
      <a:accent5>
        <a:srgbClr val="7F7F7F"/>
      </a:accent5>
      <a:accent6>
        <a:srgbClr val="D8D8D8"/>
      </a:accent6>
      <a:hlink>
        <a:srgbClr val="FFC000"/>
      </a:hlink>
      <a:folHlink>
        <a:srgbClr val="3ECCB4"/>
      </a:folHlink>
    </a:clrScheme>
    <a:fontScheme name="Custom 1">
      <a:majorFont>
        <a:latin typeface="Univers"/>
        <a:ea typeface=""/>
        <a:cs typeface=""/>
      </a:majorFont>
      <a:minorFont>
        <a:latin typeface="Univer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w="12700">
          <a:solidFill>
            <a:schemeClr val="tx1"/>
          </a:solid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5969C89-5856-4EDE-A03E-B65F547B1594}">
  <we:reference id="wa200010001" version="1.0.0.1" store="en-001" storeType="OMEX"/>
  <we:alternateReferences>
    <we:reference id="WA200010001" version="1.0.0.1" store="WA200010001" storeType="OMEX"/>
  </we:alternateReferences>
  <we:properties>
    <we:property name="claude.fileId" value="&quot;fc202d88-6210-405f-8ee1-ecd7537728b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92c1cd1-8a33-43be-a3f0-a166406417d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56231736B0594B864EAEE117C9FDF7" ma:contentTypeVersion="9" ma:contentTypeDescription="Create a new document." ma:contentTypeScope="" ma:versionID="f157f752b01606c477a35292eeebb0eb">
  <xsd:schema xmlns:xsd="http://www.w3.org/2001/XMLSchema" xmlns:xs="http://www.w3.org/2001/XMLSchema" xmlns:p="http://schemas.microsoft.com/office/2006/metadata/properties" xmlns:ns2="292c1cd1-8a33-43be-a3f0-a166406417d8" targetNamespace="http://schemas.microsoft.com/office/2006/metadata/properties" ma:root="true" ma:fieldsID="d36f509bd4ab28780292671f024d056b" ns2:_="">
    <xsd:import namespace="292c1cd1-8a33-43be-a3f0-a166406417d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2c1cd1-8a33-43be-a3f0-a16640641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9c61770-983c-4729-8fb0-bfabb1ed055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F9FEBD-D4CE-4D5D-B4F1-47DA8FE0D2DC}">
  <ds:schemaRefs>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terms/"/>
    <ds:schemaRef ds:uri="http://purl.org/dc/elements/1.1/"/>
    <ds:schemaRef ds:uri="292c1cd1-8a33-43be-a3f0-a166406417d8"/>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ECCC29C-A4FB-482D-8831-134F815E105D}">
  <ds:schemaRefs>
    <ds:schemaRef ds:uri="292c1cd1-8a33-43be-a3f0-a166406417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FB102C0-4844-476C-8794-F5E16DD005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3224</TotalTime>
  <Words>14000</Words>
  <Application>Microsoft Office PowerPoint</Application>
  <PresentationFormat>Widescreen</PresentationFormat>
  <Paragraphs>3412</Paragraphs>
  <Slides>75</Slides>
  <Notes>20</Notes>
  <HiddenSlides>6</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90" baseType="lpstr">
      <vt:lpstr>Calibri</vt:lpstr>
      <vt:lpstr>Poppins</vt:lpstr>
      <vt:lpstr>Univers-Light-Normal</vt:lpstr>
      <vt:lpstr>Century Gothic</vt:lpstr>
      <vt:lpstr>Univers LT Std 55</vt:lpstr>
      <vt:lpstr>Ambit </vt:lpstr>
      <vt:lpstr>Arial</vt:lpstr>
      <vt:lpstr>Calibri Light</vt:lpstr>
      <vt:lpstr>Ambit Light</vt:lpstr>
      <vt:lpstr>Ambit Bold</vt:lpstr>
      <vt:lpstr>Wingdings</vt:lpstr>
      <vt:lpstr>Univers Light</vt:lpstr>
      <vt:lpstr>Univers</vt:lpstr>
      <vt:lpstr>Office Theme</vt:lpstr>
      <vt:lpstr>Worksheet</vt:lpstr>
      <vt:lpstr>PowerPoint Presentation</vt:lpstr>
      <vt:lpstr>PowerPoint Presentation</vt:lpstr>
      <vt:lpstr>SIG is Indonesia’s state-owned cement holding, commanding a vertically integrated operation built over decades of consolidation, spanning cement and clinker to ready-mix concrete and precast</vt:lpstr>
      <vt:lpstr>While SIG is leading the market, it loses market share to Indocement, and gets effed by industry wide oversupply especially due to its large idle asset</vt:lpstr>
      <vt:lpstr>Both SIG and Indocement’s revenue is stagnant, but Indocement maintains strong profitability while SIG’s profitability plummet due to growing COGS and other expense (….)</vt:lpstr>
      <vt:lpstr>Before diving deeper to profitability, mau cek aja sih leverage, efficiency, dan liquidity -&gt; bersih2 aja mau problem framing profitability buat di deep dive</vt:lpstr>
      <vt:lpstr>Problem Tree</vt:lpstr>
      <vt:lpstr>Problem Tree</vt:lpstr>
      <vt:lpstr>Jawaban2 analisis</vt:lpstr>
      <vt:lpstr>Conclude jd problem tree + solution</vt:lpstr>
      <vt:lpstr>Reccomendation</vt:lpstr>
      <vt:lpstr>Industry wise ada 2 challenge utama: demand, profitability, and competition yg dihadapi oleh SIG</vt:lpstr>
      <vt:lpstr>The industry’s stagnating demand, rise in production cost, and fierce competition…..</vt:lpstr>
      <vt:lpstr>Management’s response: balance sheet moves (cut debt, hold capex, high divident???)</vt:lpstr>
      <vt:lpstr>Management’s response: balance sheet moves (cut debt, hold capex, high divident???)</vt:lpstr>
      <vt:lpstr>Liquidity wise </vt:lpstr>
      <vt:lpstr>Market’s response</vt:lpstr>
      <vt:lpstr>What can SIG do?</vt:lpstr>
      <vt:lpstr>A quick scan on key KPI shows that we are at risk of profitability, repayability, and liquidity issue</vt:lpstr>
      <vt:lpstr>If we look at the income statement, we can see that the revenue is stagnating while ebitda decline</vt:lpstr>
      <vt:lpstr>Cash Flow Statement - Operating and investment</vt:lpstr>
      <vt:lpstr>Cash Flow Statement - Financing</vt:lpstr>
      <vt:lpstr>Asset</vt:lpstr>
      <vt:lpstr>Liabilities </vt:lpstr>
      <vt:lpstr>Equity</vt:lpstr>
      <vt:lpstr>PowerPoint Presentation</vt:lpstr>
      <vt:lpstr>PowerPoint Presentation</vt:lpstr>
      <vt:lpstr>PowerPoint Presentation</vt:lpstr>
      <vt:lpstr>Deep dive</vt:lpstr>
      <vt:lpstr>PowerPoint Presentation</vt:lpstr>
      <vt:lpstr>PowerPoint Presentation</vt:lpstr>
      <vt:lpstr>PowerPoint Presentation</vt:lpstr>
      <vt:lpstr>Tim konsultan penyusunan Kajian Ekspansi Bisnis Layanan Pegadaian di Luar Negeri terdiri dari konsultan strategi Skha dan konsultan legal SIAR</vt:lpstr>
      <vt:lpstr>Kajian Ekspansi Bisnis Layanan Pegadaian di Luar Negeri akan terdiri dari 2 pekerjaan utama dalam 4,5 bulan</vt:lpstr>
      <vt:lpstr>Pegadaian merupakan top 2 Global Pawnshop dan berambisi menjadi “World-Class Gold Ecosystem Player” melalui ekspansi footprint ke 4 negara pada 2030</vt:lpstr>
      <vt:lpstr>Aspirasi Pegadaian diterjemahkan menjadi inisiatif kajian potensi ekspansi bisnis di 15 negara dengan target meningkatkan outstanding loan (Rp151 M di 2030) secara konsolidasi</vt:lpstr>
      <vt:lpstr>Terdapat 4 (empat) lessons learnt dari strategi ekspansi Perusahaan gadai global</vt:lpstr>
      <vt:lpstr>Pegadaian dinilai mampu melakukan ekspansi global melalui leveraging internal capabilities berupa bisnis gadai emas, sinergi BRI, operational speed, dan kematangan teknologi</vt:lpstr>
      <vt:lpstr>Untuk memperlancar kajian, dibutuhkan konfirmasi pada 4 (empat) hal yang menjadi acuan parameter dalam penilaian market attractiveness sebagai berikut</vt:lpstr>
      <vt:lpstr>Kajian Ekspansi Bisnis Pegadaian akan menjawab 3 key questions</vt:lpstr>
      <vt:lpstr>Pertanyaan pertama akan menjawab negara prioritas ekspansi Pegadaian</vt:lpstr>
      <vt:lpstr>Market attractiveness assessment terhadap 15 negara akan melalui 3 tahap utama</vt:lpstr>
      <vt:lpstr>Delapan (8) negara akan diriset berdasarkan 5 (lima) aspek yakni makroekonomi, bisnis, politik, legal, dan sosiogeografis</vt:lpstr>
      <vt:lpstr>Negara dengan temuan legal berupa ketidakpastian regulasi, pembatasan foreign ownership, dan lisensi perbankan akan di-knock-out</vt:lpstr>
      <vt:lpstr>Keselarasan antara kondisi internal Pegadaian terhadap karakteristik negara menjadi penentu prioritisasi </vt:lpstr>
      <vt:lpstr>Pertanyaan kedua akan menjawab perjalanan ekspansi global Pegadaian hingga tahun 2030</vt:lpstr>
      <vt:lpstr>Prioritisasi akan dilakukan melalui expansion model matrix sehingga bisa dipetakan roadmap</vt:lpstr>
      <vt:lpstr>Pertanyaan ketiga akan menjawab expected return dari 2 negara prioritas melalui kajian kelayakan</vt:lpstr>
      <vt:lpstr>Expected return dari dua (2) negara paling strategis akan dijawab pada feasibility study</vt:lpstr>
      <vt:lpstr>Kajian Ekspansi Bisnis akan berlangsung dalam 4,5 bulan dengan 3 critical milestones pada akhir Oktober serta pertengahan November dan Desember</vt:lpstr>
      <vt:lpstr>PowerPoint Presentation</vt:lpstr>
      <vt:lpstr>PowerPoint Presentation</vt:lpstr>
      <vt:lpstr>Berikut asumsi yang digunakan untuk menghitung rasio </vt:lpstr>
      <vt:lpstr>Muthoot merupakan the biggest pawnshop in the world yang beroperasi di 4 (empat) negara secara full branch sejak tahun 2007</vt:lpstr>
      <vt:lpstr>FirstCash sebagai “the largest pawnshop in USA &amp; LATAM” memulai ekspansi secara organik ke negara tetangga, sebelum menerapkan strategi anorganik di negara lainnya</vt:lpstr>
      <vt:lpstr>Srisawad melakukan ekspansi ke negara-negara ASEAN melalui core product vehicle loan</vt:lpstr>
      <vt:lpstr>ValueMax, perusahaan gadai asal Singapura, melakukan ekspansi ke negara tetangga sejak tahun 2005 melalui core product, termasuk Malaysia dan Indonesia</vt:lpstr>
      <vt:lpstr>Market screening sementara menunjukkan Myanmar, UAE, dan Arab Saudi sebagai negara dengan market attractiveness terendah</vt:lpstr>
      <vt:lpstr>Data preliminary market screening di 15 negara</vt:lpstr>
      <vt:lpstr>Satu (1) negara tambahan yang menjadi objek riset adalah Uzbekistan, mempertimbangkan potensi pasar dan kesesuaian budaya</vt:lpstr>
      <vt:lpstr>Dalam menyusun Kajian Ekspansi Bisnis Layanan di Luar Negeri, terdapat kebutuhan data yang perlu di-support oleh Pegadaian</vt:lpstr>
      <vt:lpstr>Penyusunan Kajian Strategic Assessment dan Market Research Bisnis Pegadaian di Luar Negeri akan terdiri dari 6 (enam) modul analisis</vt:lpstr>
      <vt:lpstr>Penyusunan Kajian Kelayakan Pembukaan Layanan Pegadaian di Negara Tujuan Ekspansi Selanjutnya akan terdiri dari 6 (enam) modul analisis</vt:lpstr>
      <vt:lpstr>Penyusunan Kajian Strategic Assessment dan Market Research Bisnis Pegadaian di Luar Negeri akan dikerjakan selama 12 (dua belas) minggu dengan pembagian fokus pekerjaan sebagai berikut (1/2)</vt:lpstr>
      <vt:lpstr>Penyusunan Kajian Strategic Assessment dan Market Research Bisnis Pegadaian di Luar Negeri akan dikerjakan selama 12 (dua belas) minggu dengan pembagian fokus pekerjaan sebagai berikut (2/2)</vt:lpstr>
      <vt:lpstr>Penyusunan Kajian Kelayakan untuk 2 negara prioritas akan dikerjakan selama 6 (enam) minggu dengan pembagian fokus pekerjaan sebagai berikut</vt:lpstr>
      <vt:lpstr>Dalam pengerjaan kajian ini, kami mengusulkan project cadence untuk memastikan kualitas dan ketepatan waktu penyelesaian kajian sebagai berikut</vt:lpstr>
      <vt:lpstr>Pada aspek produk, gadai dan emas dinilai fit to global standard</vt:lpstr>
      <vt:lpstr>PowerPoint Presentation</vt:lpstr>
      <vt:lpstr>Tim penyusunan Kajian Ekspansi Bisnis Layanan Pegadaian di Luar Negeri terdiri sebagai berikut</vt:lpstr>
      <vt:lpstr>Untuk memperlancar kajian, dibutuhkan konfirmasi pada 4 (empat) hal yang menjadi acuan parameter dalam penilaian market attractiveness sebagai berikut</vt:lpstr>
      <vt:lpstr>Ease of regulation dan legal constraint menentukan feasibility ekspansi ke negara yang dituju </vt:lpstr>
      <vt:lpstr>Ease of regulation dan legal constraint menentukan feasibility ekspansi ke negara yang dituju </vt:lpstr>
      <vt:lpstr>Pegadaian merupakan top 2 Global Pawnshop dan berambisi menjadi “World-Class Gold Ecosystem Player” melalui ekspansi footprint ke 4 negara pada 2030</vt:lpstr>
      <vt:lpstr>Terdapat 5 (lima) lessons learnt dari strategi ekspansi Perusahaan gadai global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Sena Nugraha</dc:creator>
  <cp:lastModifiedBy>Ryan Kusnadi</cp:lastModifiedBy>
  <cp:revision>3</cp:revision>
  <cp:lastPrinted>2026-10-11T11:17:34Z</cp:lastPrinted>
  <dcterms:modified xsi:type="dcterms:W3CDTF">2026-10-16T10:10:34Z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0x0101008F56231736B0594B864EAEE117C9FDF7</vt:lpwstr>
  </property>
  <property fmtid="{D5CDD505-2E9C-101B-9397-08002B2CF9AE}" pid="3" name="MediaServiceImageTags">
    <vt:lpwstr/>
  </property>
</Properties>
</file>