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99" r:id="rId4"/>
  </p:sldMasterIdLst>
  <p:notesMasterIdLst>
    <p:notesMasterId r:id="rId80"/>
  </p:notesMasterIdLst>
  <p:handoutMasterIdLst>
    <p:handoutMasterId r:id="rId81"/>
  </p:handoutMasterIdLst>
  <p:sldIdLst>
    <p:sldId id="290" r:id="rId17"/>
  </p:sldIdLst>
  <p:sldSz cx="12192000" cy="6858000"/>
  <p:notesSz cx="6858000" cy="9144000"/>
  <p:embeddedFontLst>
    <p:embeddedFont>
      <p:font typeface="Univers" panose="020B0503020202020204" pitchFamily="34" charset="0"/>
      <p:regular r:id="rId98"/>
      <p:bold r:id="rId99"/>
      <p:italic r:id="rId100"/>
    </p:embeddedFont>
    <p:embeddedFont>
      <p:font typeface="Univers Light" panose="020B0403020202020204" pitchFamily="34" charset="0"/>
      <p:regular r:id="rId101"/>
    </p:embeddedFont>
  </p:embeddedFontLst>
  <p:custDataLst>
    <p:tags r:id="rId10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 Page" id="{0340C5FF-E601-444C-885F-6E1A6BA1925A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68D907-226E-DED0-F8E7-3850F4D938D0}" name="Rais Haryono" initials="RH" userId="eaae8596804c26ba" providerId="Windows Live"/>
  <p188:author id="{02E5F369-2C54-0B5A-3283-A29583C08560}" name="Emily Azra" initials="EA" userId="8aae41df97acf526" providerId="Windows Live"/>
  <p188:author id="{8C2C70CD-CEEA-6AA7-A797-17321658E587}" name="Rais Aqil" initials="RA" userId="ac6b199ebc46e5e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4B1"/>
    <a:srgbClr val="D6EFBF"/>
    <a:srgbClr val="D6EFFA"/>
    <a:srgbClr val="595A5C"/>
    <a:srgbClr val="F6F8CC"/>
    <a:srgbClr val="F7C3B3"/>
    <a:srgbClr val="12274C"/>
    <a:srgbClr val="69C7F1"/>
    <a:srgbClr val="69C6F0"/>
    <a:srgbClr val="F48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05A1C-96B1-4E5A-8BAB-779756304564}" v="1065" dt="2026-10-16T10:03:40.155"/>
  </p1510:revLst>
</p1510:revInfo>
</file>

<file path=ppt/tableStyles.xml><?xml version="1.0" encoding="utf-8"?>
<a:tblStyleLst xmlns:a="http://schemas.openxmlformats.org/drawingml/2006/main" def="{DDBD7F35-8F93-4361-BD7F-44BB7E98C1BF}">
  <a:tblStyle styleId="{DDBD7F35-8F93-4361-BD7F-44BB7E98C1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597" y="5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7" Type="http://schemas.openxmlformats.org/officeDocument/2006/relationships/slide" Target="slides/slide13.xml"/><Relationship Id="rId80" Type="http://schemas.openxmlformats.org/officeDocument/2006/relationships/notesMaster" Target="notesMasters/notesMaster1.xml"/><Relationship Id="rId81" Type="http://schemas.openxmlformats.org/officeDocument/2006/relationships/handoutMaster" Target="handoutMasters/handoutMaster1.xml"/><Relationship Id="rId98" Type="http://schemas.openxmlformats.org/officeDocument/2006/relationships/font" Target="fonts/font17.fntdata"/><Relationship Id="rId99" Type="http://schemas.openxmlformats.org/officeDocument/2006/relationships/font" Target="fonts/font18.fntdata"/><Relationship Id="rId100" Type="http://schemas.openxmlformats.org/officeDocument/2006/relationships/font" Target="fonts/font19.fntdata"/><Relationship Id="rId101" Type="http://schemas.openxmlformats.org/officeDocument/2006/relationships/font" Target="fonts/font20.fntdata"/><Relationship Id="rId108" Type="http://schemas.openxmlformats.org/officeDocument/2006/relationships/tags" Target="tags/tag1.xml"/><Relationship Id="rId109" Type="http://schemas.openxmlformats.org/officeDocument/2006/relationships/presProps" Target="presProps.xml"/><Relationship Id="rId110" Type="http://schemas.openxmlformats.org/officeDocument/2006/relationships/viewProps" Target="viewProps.xml"/><Relationship Id="rId111" Type="http://schemas.openxmlformats.org/officeDocument/2006/relationships/theme" Target="theme/theme1.xml"/><Relationship Id="rId112" Type="http://schemas.openxmlformats.org/officeDocument/2006/relationships/tableStyles" Target="tableStyles.xml"/><Relationship Id="rId113" Type="http://schemas.microsoft.com/office/2016/11/relationships/changesInfo" Target="changesInfos/changesInfo1.xml"/><Relationship Id="rId114" Type="http://schemas.microsoft.com/office/2015/10/relationships/revisionInfo" Target="revisionInfo.xml"/><Relationship Id="rId115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Kusnadi" userId="4fb58c44f6c6a5cb" providerId="LiveId" clId="{CB48D145-7F78-4649-9ECC-A7A83723D3CB}"/>
    <pc:docChg chg="undo custSel addSld delSld modSld sldOrd modMainMaster modSection">
      <pc:chgData name="Ryan Kusnadi" userId="4fb58c44f6c6a5cb" providerId="LiveId" clId="{CB48D145-7F78-4649-9ECC-A7A83723D3CB}" dt="2026-10-16T10:10:23.320" v="18959" actId="20577"/>
      <pc:docMkLst>
        <pc:docMk/>
      </pc:docMkLst>
      <pc:sldChg chg="addSp delSp modSp mod">
        <pc:chgData name="Ryan Kusnadi" userId="4fb58c44f6c6a5cb" providerId="LiveId" clId="{CB48D145-7F78-4649-9ECC-A7A83723D3CB}" dt="2026-10-12T08:00:47.672" v="484" actId="1036"/>
        <pc:sldMkLst>
          <pc:docMk/>
          <pc:sldMk cId="584931863" sldId="272"/>
        </pc:sldMkLst>
        <pc:picChg chg="add mod ord">
          <ac:chgData name="Ryan Kusnadi" userId="4fb58c44f6c6a5cb" providerId="LiveId" clId="{CB48D145-7F78-4649-9ECC-A7A83723D3CB}" dt="2026-10-12T08:00:47.672" v="484" actId="1036"/>
          <ac:picMkLst>
            <pc:docMk/>
            <pc:sldMk cId="584931863" sldId="272"/>
            <ac:picMk id="14" creationId="{E832B8EA-1CDB-C3D0-56EB-AADC83CB354F}"/>
          </ac:picMkLst>
        </pc:picChg>
      </pc:sldChg>
      <pc:sldChg chg="addSp delSp modSp add mod ord">
        <pc:chgData name="Ryan Kusnadi" userId="4fb58c44f6c6a5cb" providerId="LiveId" clId="{CB48D145-7F78-4649-9ECC-A7A83723D3CB}" dt="2026-10-12T08:01:42.978" v="536" actId="14100"/>
        <pc:sldMkLst>
          <pc:docMk/>
          <pc:sldMk cId="2806377155" sldId="274"/>
        </pc:sldMkLst>
        <pc:spChg chg="mod">
          <ac:chgData name="Ryan Kusnadi" userId="4fb58c44f6c6a5cb" providerId="LiveId" clId="{CB48D145-7F78-4649-9ECC-A7A83723D3CB}" dt="2026-10-11T11:03:49.109" v="140"/>
          <ac:spMkLst>
            <pc:docMk/>
            <pc:sldMk cId="2806377155" sldId="274"/>
            <ac:spMk id="2" creationId="{B918F94C-40EA-56BF-89BD-6D7565EE8F4F}"/>
          </ac:spMkLst>
        </pc:spChg>
        <pc:spChg chg="mod">
          <ac:chgData name="Ryan Kusnadi" userId="4fb58c44f6c6a5cb" providerId="LiveId" clId="{CB48D145-7F78-4649-9ECC-A7A83723D3CB}" dt="2026-10-12T08:01:42.978" v="536" actId="14100"/>
          <ac:spMkLst>
            <pc:docMk/>
            <pc:sldMk cId="2806377155" sldId="274"/>
            <ac:spMk id="10" creationId="{F0FE33CF-313E-6AE0-567E-3FDE3B25AE10}"/>
          </ac:spMkLst>
        </pc:spChg>
        <pc:picChg chg="add mod ord">
          <ac:chgData name="Ryan Kusnadi" userId="4fb58c44f6c6a5cb" providerId="LiveId" clId="{CB48D145-7F78-4649-9ECC-A7A83723D3CB}" dt="2026-10-12T08:01:37.445" v="535" actId="1038"/>
          <ac:picMkLst>
            <pc:docMk/>
            <pc:sldMk cId="2806377155" sldId="274"/>
            <ac:picMk id="13" creationId="{B03C0DE2-3B10-CBD5-33EC-94EA86259739}"/>
          </ac:picMkLst>
        </pc:picChg>
      </pc:sldChg>
      <pc:sldChg chg="addSp delSp modSp mod ord">
        <pc:chgData name="Ryan Kusnadi" userId="4fb58c44f6c6a5cb" providerId="LiveId" clId="{CB48D145-7F78-4649-9ECC-A7A83723D3CB}" dt="2026-10-12T08:04:01.320" v="665" actId="14100"/>
        <pc:sldMkLst>
          <pc:docMk/>
          <pc:sldMk cId="434608506" sldId="275"/>
        </pc:sldMkLst>
        <pc:spChg chg="mod">
          <ac:chgData name="Ryan Kusnadi" userId="4fb58c44f6c6a5cb" providerId="LiveId" clId="{CB48D145-7F78-4649-9ECC-A7A83723D3CB}" dt="2026-10-12T08:04:01.320" v="665" actId="14100"/>
          <ac:spMkLst>
            <pc:docMk/>
            <pc:sldMk cId="434608506" sldId="275"/>
            <ac:spMk id="10" creationId="{5259E25B-4687-8860-1803-802A62D18C23}"/>
          </ac:spMkLst>
        </pc:spChg>
        <pc:picChg chg="add mod ord">
          <ac:chgData name="Ryan Kusnadi" userId="4fb58c44f6c6a5cb" providerId="LiveId" clId="{CB48D145-7F78-4649-9ECC-A7A83723D3CB}" dt="2026-10-12T08:03:54.561" v="663" actId="1038"/>
          <ac:picMkLst>
            <pc:docMk/>
            <pc:sldMk cId="434608506" sldId="275"/>
            <ac:picMk id="11" creationId="{8DCEFF16-0B69-C788-569D-914AC932BB17}"/>
          </ac:picMkLst>
        </pc:picChg>
      </pc:sldChg>
      <pc:sldChg chg="addSp delSp modSp mod ord">
        <pc:chgData name="Ryan Kusnadi" userId="4fb58c44f6c6a5cb" providerId="LiveId" clId="{CB48D145-7F78-4649-9ECC-A7A83723D3CB}" dt="2026-10-12T08:02:41.995" v="621" actId="1038"/>
        <pc:sldMkLst>
          <pc:docMk/>
          <pc:sldMk cId="3954069101" sldId="276"/>
        </pc:sldMkLst>
        <pc:spChg chg="mod">
          <ac:chgData name="Ryan Kusnadi" userId="4fb58c44f6c6a5cb" providerId="LiveId" clId="{CB48D145-7F78-4649-9ECC-A7A83723D3CB}" dt="2026-10-11T11:03:42.058" v="139"/>
          <ac:spMkLst>
            <pc:docMk/>
            <pc:sldMk cId="3954069101" sldId="276"/>
            <ac:spMk id="2" creationId="{64F2ABF8-965B-ADDC-9C87-345288DB47CE}"/>
          </ac:spMkLst>
        </pc:spChg>
        <pc:spChg chg="mod">
          <ac:chgData name="Ryan Kusnadi" userId="4fb58c44f6c6a5cb" providerId="LiveId" clId="{CB48D145-7F78-4649-9ECC-A7A83723D3CB}" dt="2026-10-12T07:55:02.918" v="272" actId="14100"/>
          <ac:spMkLst>
            <pc:docMk/>
            <pc:sldMk cId="3954069101" sldId="276"/>
            <ac:spMk id="10" creationId="{D8203B05-97D7-2454-3163-73F24CBE1008}"/>
          </ac:spMkLst>
        </pc:spChg>
        <pc:picChg chg="add mod ord">
          <ac:chgData name="Ryan Kusnadi" userId="4fb58c44f6c6a5cb" providerId="LiveId" clId="{CB48D145-7F78-4649-9ECC-A7A83723D3CB}" dt="2026-10-12T08:02:41.995" v="621" actId="1038"/>
          <ac:picMkLst>
            <pc:docMk/>
            <pc:sldMk cId="3954069101" sldId="276"/>
            <ac:picMk id="19" creationId="{1992EE6B-0367-646A-CED5-3ADC5CB43E22}"/>
          </ac:picMkLst>
        </pc:picChg>
      </pc:sldChg>
      <pc:sldChg chg="addSp delSp modSp del mod ord">
        <pc:chgData name="Ryan Kusnadi" userId="4fb58c44f6c6a5cb" providerId="LiveId" clId="{CB48D145-7F78-4649-9ECC-A7A83723D3CB}" dt="2026-10-16T10:06:11.558" v="18935"/>
        <pc:sldMkLst>
          <pc:docMk/>
          <pc:sldMk cId="1921666997" sldId="277"/>
        </pc:sldMkLst>
        <pc:spChg chg="mod">
          <ac:chgData name="Ryan Kusnadi" userId="4fb58c44f6c6a5cb" providerId="LiveId" clId="{CB48D145-7F78-4649-9ECC-A7A83723D3CB}" dt="2026-10-15T04:18:30.642" v="16246" actId="20577"/>
          <ac:spMkLst>
            <pc:docMk/>
            <pc:sldMk cId="1921666997" sldId="277"/>
            <ac:spMk id="2" creationId="{1A07B440-9BA3-2467-7EF6-2850C98665D3}"/>
          </ac:spMkLst>
        </pc:spChg>
        <pc:spChg chg="add mod">
          <ac:chgData name="Ryan Kusnadi" userId="4fb58c44f6c6a5cb" providerId="LiveId" clId="{CB48D145-7F78-4649-9ECC-A7A83723D3CB}" dt="2026-10-15T04:31:32.120" v="17621" actId="14100"/>
          <ac:spMkLst>
            <pc:docMk/>
            <pc:sldMk cId="1921666997" sldId="277"/>
            <ac:spMk id="7" creationId="{929489BA-8FB7-C2EE-F019-43B6B27E77D1}"/>
          </ac:spMkLst>
        </pc:spChg>
        <pc:spChg chg="add del mod">
          <ac:chgData name="Ryan Kusnadi" userId="4fb58c44f6c6a5cb" providerId="LiveId" clId="{CB48D145-7F78-4649-9ECC-A7A83723D3CB}" dt="2026-10-15T04:21:00.018" v="16407" actId="478"/>
          <ac:spMkLst>
            <pc:docMk/>
            <pc:sldMk cId="1921666997" sldId="277"/>
            <ac:spMk id="8" creationId="{6A428FE6-AF64-1856-4920-FE0AF2CFA26B}"/>
          </ac:spMkLst>
        </pc:spChg>
        <pc:spChg chg="add mod topLvl">
          <ac:chgData name="Ryan Kusnadi" userId="4fb58c44f6c6a5cb" providerId="LiveId" clId="{CB48D145-7F78-4649-9ECC-A7A83723D3CB}" dt="2026-10-15T13:44:28.455" v="18932" actId="164"/>
          <ac:spMkLst>
            <pc:docMk/>
            <pc:sldMk cId="1921666997" sldId="277"/>
            <ac:spMk id="10" creationId="{C1D05203-02AF-2D60-A32A-7EEE59938CFD}"/>
          </ac:spMkLst>
        </pc:spChg>
        <pc:spChg chg="add mod topLvl">
          <ac:chgData name="Ryan Kusnadi" userId="4fb58c44f6c6a5cb" providerId="LiveId" clId="{CB48D145-7F78-4649-9ECC-A7A83723D3CB}" dt="2026-10-15T13:44:28.455" v="18932" actId="164"/>
          <ac:spMkLst>
            <pc:docMk/>
            <pc:sldMk cId="1921666997" sldId="277"/>
            <ac:spMk id="11" creationId="{0EEDAC57-94B2-DBBB-9F43-9F006BE4C70F}"/>
          </ac:spMkLst>
        </pc:spChg>
        <pc:spChg chg="add del mod">
          <ac:chgData name="Ryan Kusnadi" userId="4fb58c44f6c6a5cb" providerId="LiveId" clId="{CB48D145-7F78-4649-9ECC-A7A83723D3CB}" dt="2026-10-15T04:21:00.018" v="16407" actId="478"/>
          <ac:spMkLst>
            <pc:docMk/>
            <pc:sldMk cId="1921666997" sldId="277"/>
            <ac:spMk id="12" creationId="{E3E462EC-EC1A-2972-4125-4BF7E3C8EE23}"/>
          </ac:spMkLst>
        </pc:spChg>
        <pc:spChg chg="add del mod">
          <ac:chgData name="Ryan Kusnadi" userId="4fb58c44f6c6a5cb" providerId="LiveId" clId="{CB48D145-7F78-4649-9ECC-A7A83723D3CB}" dt="2026-10-15T04:17:39.512" v="16005"/>
          <ac:spMkLst>
            <pc:docMk/>
            <pc:sldMk cId="1921666997" sldId="277"/>
            <ac:spMk id="13" creationId="{0B08389A-CD96-F954-2C7C-A77D6FB72F79}"/>
          </ac:spMkLst>
        </pc:spChg>
        <pc:spChg chg="add mod ord topLvl">
          <ac:chgData name="Ryan Kusnadi" userId="4fb58c44f6c6a5cb" providerId="LiveId" clId="{CB48D145-7F78-4649-9ECC-A7A83723D3CB}" dt="2026-10-15T13:41:34.760" v="18786" actId="12788"/>
          <ac:spMkLst>
            <pc:docMk/>
            <pc:sldMk cId="1921666997" sldId="277"/>
            <ac:spMk id="16" creationId="{401C167A-7488-D151-CF2E-2C8E16060524}"/>
          </ac:spMkLst>
        </pc:spChg>
        <pc:spChg chg="add mod topLvl">
          <ac:chgData name="Ryan Kusnadi" userId="4fb58c44f6c6a5cb" providerId="LiveId" clId="{CB48D145-7F78-4649-9ECC-A7A83723D3CB}" dt="2026-10-15T13:41:26.107" v="18766" actId="1038"/>
          <ac:spMkLst>
            <pc:docMk/>
            <pc:sldMk cId="1921666997" sldId="277"/>
            <ac:spMk id="18" creationId="{10C8B5AA-2332-63D2-8209-B9B659B6E93E}"/>
          </ac:spMkLst>
        </pc:spChg>
        <pc:spChg chg="add del mod ord">
          <ac:chgData name="Ryan Kusnadi" userId="4fb58c44f6c6a5cb" providerId="LiveId" clId="{CB48D145-7F78-4649-9ECC-A7A83723D3CB}" dt="2026-10-15T13:40:14.876" v="18471" actId="21"/>
          <ac:spMkLst>
            <pc:docMk/>
            <pc:sldMk cId="1921666997" sldId="277"/>
            <ac:spMk id="20" creationId="{DA60757E-D71F-3C30-7519-C82BA40115A8}"/>
          </ac:spMkLst>
        </pc:spChg>
        <pc:spChg chg="add del mod">
          <ac:chgData name="Ryan Kusnadi" userId="4fb58c44f6c6a5cb" providerId="LiveId" clId="{CB48D145-7F78-4649-9ECC-A7A83723D3CB}" dt="2026-10-15T04:24:21.731" v="16681" actId="478"/>
          <ac:spMkLst>
            <pc:docMk/>
            <pc:sldMk cId="1921666997" sldId="277"/>
            <ac:spMk id="22" creationId="{6769F77D-7C81-285C-9445-B97EF97F46F5}"/>
          </ac:spMkLst>
        </pc:spChg>
        <pc:spChg chg="add mod">
          <ac:chgData name="Ryan Kusnadi" userId="4fb58c44f6c6a5cb" providerId="LiveId" clId="{CB48D145-7F78-4649-9ECC-A7A83723D3CB}" dt="2026-10-15T04:30:36.175" v="17423" actId="20577"/>
          <ac:spMkLst>
            <pc:docMk/>
            <pc:sldMk cId="1921666997" sldId="277"/>
            <ac:spMk id="25" creationId="{59870AB3-7B46-E635-2C4D-640FEF80EFE2}"/>
          </ac:spMkLst>
        </pc:spChg>
        <pc:spChg chg="add mod">
          <ac:chgData name="Ryan Kusnadi" userId="4fb58c44f6c6a5cb" providerId="LiveId" clId="{CB48D145-7F78-4649-9ECC-A7A83723D3CB}" dt="2026-10-15T04:30:18.234" v="17359" actId="20577"/>
          <ac:spMkLst>
            <pc:docMk/>
            <pc:sldMk cId="1921666997" sldId="277"/>
            <ac:spMk id="26" creationId="{A8C5E0BB-A65B-0F45-8EA5-BF6798840AAA}"/>
          </ac:spMkLst>
        </pc:spChg>
        <pc:spChg chg="add mod">
          <ac:chgData name="Ryan Kusnadi" userId="4fb58c44f6c6a5cb" providerId="LiveId" clId="{CB48D145-7F78-4649-9ECC-A7A83723D3CB}" dt="2026-10-15T13:42:15.063" v="18914" actId="20577"/>
          <ac:spMkLst>
            <pc:docMk/>
            <pc:sldMk cId="1921666997" sldId="277"/>
            <ac:spMk id="28" creationId="{DA60757E-D71F-3C30-7519-C82BA40115A8}"/>
          </ac:spMkLst>
        </pc:spChg>
        <pc:spChg chg="mod">
          <ac:chgData name="Ryan Kusnadi" userId="4fb58c44f6c6a5cb" providerId="LiveId" clId="{CB48D145-7F78-4649-9ECC-A7A83723D3CB}" dt="2026-10-15T13:40:29.188" v="18595"/>
          <ac:spMkLst>
            <pc:docMk/>
            <pc:sldMk cId="1921666997" sldId="277"/>
            <ac:spMk id="31" creationId="{59870AB3-7B46-E635-2C4D-640FEF80EFE2}"/>
          </ac:spMkLst>
        </pc:spChg>
        <pc:spChg chg="mod">
          <ac:chgData name="Ryan Kusnadi" userId="4fb58c44f6c6a5cb" providerId="LiveId" clId="{CB48D145-7F78-4649-9ECC-A7A83723D3CB}" dt="2026-10-15T13:44:21.400" v="18931" actId="20577"/>
          <ac:spMkLst>
            <pc:docMk/>
            <pc:sldMk cId="1921666997" sldId="277"/>
            <ac:spMk id="32" creationId="{A8C5E0BB-A65B-0F45-8EA5-BF6798840AAA}"/>
          </ac:spMkLst>
        </pc:spChg>
        <pc:spChg chg="add del mod">
          <ac:chgData name="Ryan Kusnadi" userId="4fb58c44f6c6a5cb" providerId="LiveId" clId="{CB48D145-7F78-4649-9ECC-A7A83723D3CB}" dt="2026-10-15T13:42:22.021" v="18917"/>
          <ac:spMkLst>
            <pc:docMk/>
            <pc:sldMk cId="1921666997" sldId="277"/>
            <ac:spMk id="33" creationId="{CE5328C2-332D-435E-60DB-A3B96BB11F55}"/>
          </ac:spMkLst>
        </pc:spChg>
        <pc:grpChg chg="add del mod ord">
          <ac:chgData name="Ryan Kusnadi" userId="4fb58c44f6c6a5cb" providerId="LiveId" clId="{CB48D145-7F78-4649-9ECC-A7A83723D3CB}" dt="2026-10-15T13:40:02.929" v="18470" actId="165"/>
          <ac:grpSpMkLst>
            <pc:docMk/>
            <pc:sldMk cId="1921666997" sldId="277"/>
            <ac:grpSpMk id="23" creationId="{7C1F8C6E-78A7-9398-3AAC-95BA9B8BAC24}"/>
          </ac:grpSpMkLst>
        </pc:grpChg>
        <pc:grpChg chg="add del mod">
          <ac:chgData name="Ryan Kusnadi" userId="4fb58c44f6c6a5cb" providerId="LiveId" clId="{CB48D145-7F78-4649-9ECC-A7A83723D3CB}" dt="2026-10-15T13:40:14.876" v="18471" actId="21"/>
          <ac:grpSpMkLst>
            <pc:docMk/>
            <pc:sldMk cId="1921666997" sldId="277"/>
            <ac:grpSpMk id="27" creationId="{722CC392-8D0C-0C45-CA0B-4C99897C0E05}"/>
          </ac:grpSpMkLst>
        </pc:grpChg>
        <pc:grpChg chg="add mod">
          <ac:chgData name="Ryan Kusnadi" userId="4fb58c44f6c6a5cb" providerId="LiveId" clId="{CB48D145-7F78-4649-9ECC-A7A83723D3CB}" dt="2026-10-15T13:44:30.668" v="18933" actId="554"/>
          <ac:grpSpMkLst>
            <pc:docMk/>
            <pc:sldMk cId="1921666997" sldId="277"/>
            <ac:grpSpMk id="29" creationId="{722CC392-8D0C-0C45-CA0B-4C99897C0E05}"/>
          </ac:grpSpMkLst>
        </pc:grpChg>
        <pc:grpChg chg="add mod">
          <ac:chgData name="Ryan Kusnadi" userId="4fb58c44f6c6a5cb" providerId="LiveId" clId="{CB48D145-7F78-4649-9ECC-A7A83723D3CB}" dt="2026-10-15T13:44:30.668" v="18933" actId="554"/>
          <ac:grpSpMkLst>
            <pc:docMk/>
            <pc:sldMk cId="1921666997" sldId="277"/>
            <ac:grpSpMk id="35" creationId="{4BB4EE6B-77E1-A1B4-37CD-D33DB606E973}"/>
          </ac:grpSpMkLst>
        </pc:grpChg>
        <pc:graphicFrameChg chg="add mod topLvl">
          <ac:chgData name="Ryan Kusnadi" userId="4fb58c44f6c6a5cb" providerId="LiveId" clId="{CB48D145-7F78-4649-9ECC-A7A83723D3CB}" dt="2026-10-15T13:41:07.234" v="18725" actId="14100"/>
          <ac:graphicFrameMkLst>
            <pc:docMk/>
            <pc:sldMk cId="1921666997" sldId="277"/>
            <ac:graphicFrameMk id="6" creationId="{C82AEC7D-7671-1578-4B41-0958B4127EBF}"/>
          </ac:graphicFrameMkLst>
        </pc:graphicFrameChg>
        <pc:picChg chg="add mod topLvl">
          <ac:chgData name="Ryan Kusnadi" userId="4fb58c44f6c6a5cb" providerId="LiveId" clId="{CB48D145-7F78-4649-9ECC-A7A83723D3CB}" dt="2026-10-15T13:40:27.645" v="18594" actId="1038"/>
          <ac:picMkLst>
            <pc:docMk/>
            <pc:sldMk cId="1921666997" sldId="277"/>
            <ac:picMk id="14" creationId="{4FFD1F27-B484-AF9C-0930-AA62E0723A26}"/>
          </ac:picMkLst>
        </pc:picChg>
        <pc:picChg chg="add mod topLvl">
          <ac:chgData name="Ryan Kusnadi" userId="4fb58c44f6c6a5cb" providerId="LiveId" clId="{CB48D145-7F78-4649-9ECC-A7A83723D3CB}" dt="2026-10-15T13:41:34.760" v="18786" actId="12788"/>
          <ac:picMkLst>
            <pc:docMk/>
            <pc:sldMk cId="1921666997" sldId="277"/>
            <ac:picMk id="15" creationId="{A73B642F-02CA-291F-21A6-156053047FD9}"/>
          </ac:picMkLst>
        </pc:picChg>
        <pc:cxnChg chg="add mod topLvl">
          <ac:chgData name="Ryan Kusnadi" userId="4fb58c44f6c6a5cb" providerId="LiveId" clId="{CB48D145-7F78-4649-9ECC-A7A83723D3CB}" dt="2026-10-15T13:44:28.455" v="18932" actId="164"/>
          <ac:cxnSpMkLst>
            <pc:docMk/>
            <pc:sldMk cId="1921666997" sldId="277"/>
            <ac:cxnSpMk id="9" creationId="{53F18C9A-1BB3-487F-5609-613A6FAC33D0}"/>
          </ac:cxnSpMkLst>
        </pc:cxnChg>
        <pc:cxnChg chg="add mod">
          <ac:chgData name="Ryan Kusnadi" userId="4fb58c44f6c6a5cb" providerId="LiveId" clId="{CB48D145-7F78-4649-9ECC-A7A83723D3CB}" dt="2026-10-15T04:29:26.094" v="17114" actId="164"/>
          <ac:cxnSpMkLst>
            <pc:docMk/>
            <pc:sldMk cId="1921666997" sldId="277"/>
            <ac:cxnSpMk id="24" creationId="{67B5CB00-F089-0FF8-F973-23E5876335D9}"/>
          </ac:cxnSpMkLst>
        </pc:cxnChg>
        <pc:cxnChg chg="mod">
          <ac:chgData name="Ryan Kusnadi" userId="4fb58c44f6c6a5cb" providerId="LiveId" clId="{CB48D145-7F78-4649-9ECC-A7A83723D3CB}" dt="2026-10-15T13:40:29.188" v="18595"/>
          <ac:cxnSpMkLst>
            <pc:docMk/>
            <pc:sldMk cId="1921666997" sldId="277"/>
            <ac:cxnSpMk id="30" creationId="{67B5CB00-F089-0FF8-F973-23E5876335D9}"/>
          </ac:cxnSpMkLst>
        </pc:cxnChg>
      </pc:sldChg>
      <pc:sldChg chg="modSp add mod">
        <pc:chgData name="Ryan Kusnadi" userId="4fb58c44f6c6a5cb" providerId="LiveId" clId="{CB48D145-7F78-4649-9ECC-A7A83723D3CB}" dt="2026-10-16T10:10:23.320" v="18959" actId="20577"/>
        <pc:sldMkLst>
          <pc:docMk/>
          <pc:sldMk cId="2954314117" sldId="277"/>
        </pc:sldMkLst>
        <pc:spChg chg="mod">
          <ac:chgData name="Ryan Kusnadi" userId="4fb58c44f6c6a5cb" providerId="LiveId" clId="{CB48D145-7F78-4649-9ECC-A7A83723D3CB}" dt="2026-10-16T10:10:23.320" v="18959" actId="20577"/>
          <ac:spMkLst>
            <pc:docMk/>
            <pc:sldMk cId="2954314117" sldId="277"/>
            <ac:spMk id="28" creationId="{DA60757E-D71F-3C30-7519-C82BA40115A8}"/>
          </ac:spMkLst>
        </pc:spChg>
        <pc:graphicFrameChg chg="mod">
          <ac:chgData name="Ryan Kusnadi" userId="4fb58c44f6c6a5cb" providerId="LiveId" clId="{CB48D145-7F78-4649-9ECC-A7A83723D3CB}" dt="2026-10-16T10:07:10.121" v="18949"/>
          <ac:graphicFrameMkLst>
            <pc:docMk/>
            <pc:sldMk cId="2954314117" sldId="277"/>
            <ac:graphicFrameMk id="6" creationId="{C82AEC7D-7671-1578-4B41-0958B4127EBF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2T08:07:14.529" v="789" actId="478"/>
        <pc:sldMkLst>
          <pc:docMk/>
          <pc:sldMk cId="176276921" sldId="281"/>
        </pc:sldMkLst>
        <pc:spChg chg="mod">
          <ac:chgData name="Ryan Kusnadi" userId="4fb58c44f6c6a5cb" providerId="LiveId" clId="{CB48D145-7F78-4649-9ECC-A7A83723D3CB}" dt="2026-10-12T08:05:18.076" v="755" actId="14100"/>
          <ac:spMkLst>
            <pc:docMk/>
            <pc:sldMk cId="176276921" sldId="281"/>
            <ac:spMk id="10" creationId="{F2A440E4-EBDE-0AF3-837E-61DB6235A64C}"/>
          </ac:spMkLst>
        </pc:spChg>
        <pc:graphicFrameChg chg="add mod">
          <ac:chgData name="Ryan Kusnadi" userId="4fb58c44f6c6a5cb" providerId="LiveId" clId="{CB48D145-7F78-4649-9ECC-A7A83723D3CB}" dt="2026-10-12T08:05:10.876" v="752" actId="1037"/>
          <ac:graphicFrameMkLst>
            <pc:docMk/>
            <pc:sldMk cId="176276921" sldId="281"/>
            <ac:graphicFrameMk id="14" creationId="{101DA5C3-74F0-063F-354F-69C49C941B3F}"/>
          </ac:graphicFrameMkLst>
        </pc:graphicFrameChg>
      </pc:sldChg>
      <pc:sldChg chg="addSp delSp modSp add mod">
        <pc:chgData name="Ryan Kusnadi" userId="4fb58c44f6c6a5cb" providerId="LiveId" clId="{CB48D145-7F78-4649-9ECC-A7A83723D3CB}" dt="2026-10-12T16:06:52.731" v="15609" actId="478"/>
        <pc:sldMkLst>
          <pc:docMk/>
          <pc:sldMk cId="1783371388" sldId="283"/>
        </pc:sldMkLst>
        <pc:spChg chg="mod">
          <ac:chgData name="Ryan Kusnadi" userId="4fb58c44f6c6a5cb" providerId="LiveId" clId="{CB48D145-7F78-4649-9ECC-A7A83723D3CB}" dt="2026-10-12T16:02:19.685" v="15606" actId="20577"/>
          <ac:spMkLst>
            <pc:docMk/>
            <pc:sldMk cId="1783371388" sldId="283"/>
            <ac:spMk id="2" creationId="{5AEF4F19-3CCC-2B42-D3D8-3F6B028E3453}"/>
          </ac:spMkLst>
        </pc:spChg>
        <pc:spChg chg="mod">
          <ac:chgData name="Ryan Kusnadi" userId="4fb58c44f6c6a5cb" providerId="LiveId" clId="{CB48D145-7F78-4649-9ECC-A7A83723D3CB}" dt="2026-10-12T15:42:29.273" v="13446" actId="20577"/>
          <ac:spMkLst>
            <pc:docMk/>
            <pc:sldMk cId="1783371388" sldId="283"/>
            <ac:spMk id="3" creationId="{BC90B7F9-375D-5B6A-94C9-DBA803AF7FC5}"/>
          </ac:spMkLst>
        </pc:spChg>
        <pc:spChg chg="add mod">
          <ac:chgData name="Ryan Kusnadi" userId="4fb58c44f6c6a5cb" providerId="LiveId" clId="{CB48D145-7F78-4649-9ECC-A7A83723D3CB}" dt="2026-10-12T15:52:23.990" v="14850" actId="20577"/>
          <ac:spMkLst>
            <pc:docMk/>
            <pc:sldMk cId="1783371388" sldId="283"/>
            <ac:spMk id="9" creationId="{D99DB32E-DBD5-64C1-C7AF-F6B245C04340}"/>
          </ac:spMkLst>
        </pc:spChg>
        <pc:spChg chg="add mod">
          <ac:chgData name="Ryan Kusnadi" userId="4fb58c44f6c6a5cb" providerId="LiveId" clId="{CB48D145-7F78-4649-9ECC-A7A83723D3CB}" dt="2026-10-12T15:52:45.466" v="14890" actId="20577"/>
          <ac:spMkLst>
            <pc:docMk/>
            <pc:sldMk cId="1783371388" sldId="283"/>
            <ac:spMk id="11" creationId="{FC27DC9F-A0F7-7C6A-FE9E-E09FBACD9F69}"/>
          </ac:spMkLst>
        </pc:spChg>
        <pc:spChg chg="add mod">
          <ac:chgData name="Ryan Kusnadi" userId="4fb58c44f6c6a5cb" providerId="LiveId" clId="{CB48D145-7F78-4649-9ECC-A7A83723D3CB}" dt="2026-10-12T15:53:00.423" v="14932" actId="20577"/>
          <ac:spMkLst>
            <pc:docMk/>
            <pc:sldMk cId="1783371388" sldId="283"/>
            <ac:spMk id="13" creationId="{425090A8-D826-9C7E-0DDC-D08FDD804474}"/>
          </ac:spMkLst>
        </pc:spChg>
        <pc:spChg chg="add mod topLvl">
          <ac:chgData name="Ryan Kusnadi" userId="4fb58c44f6c6a5cb" providerId="LiveId" clId="{CB48D145-7F78-4649-9ECC-A7A83723D3CB}" dt="2026-10-12T15:45:47.568" v="13900" actId="20577"/>
          <ac:spMkLst>
            <pc:docMk/>
            <pc:sldMk cId="1783371388" sldId="283"/>
            <ac:spMk id="61" creationId="{6AF1E8C5-3A27-F35A-5DCB-0250DBF52018}"/>
          </ac:spMkLst>
        </pc:spChg>
        <pc:spChg chg="add mod topLvl">
          <ac:chgData name="Ryan Kusnadi" userId="4fb58c44f6c6a5cb" providerId="LiveId" clId="{CB48D145-7F78-4649-9ECC-A7A83723D3CB}" dt="2026-10-12T15:45:17.290" v="13872" actId="555"/>
          <ac:spMkLst>
            <pc:docMk/>
            <pc:sldMk cId="1783371388" sldId="283"/>
            <ac:spMk id="66" creationId="{D1FCFE97-EC27-EEFA-0EE6-943D3DDC13CA}"/>
          </ac:spMkLst>
        </pc:spChg>
        <pc:spChg chg="mod topLvl">
          <ac:chgData name="Ryan Kusnadi" userId="4fb58c44f6c6a5cb" providerId="LiveId" clId="{CB48D145-7F78-4649-9ECC-A7A83723D3CB}" dt="2026-10-12T15:45:17.290" v="13872" actId="555"/>
          <ac:spMkLst>
            <pc:docMk/>
            <pc:sldMk cId="1783371388" sldId="283"/>
            <ac:spMk id="91" creationId="{26F8C342-BD1E-021B-D0F9-9EE379BB2CB6}"/>
          </ac:spMkLst>
        </pc:spChg>
        <pc:spChg chg="add mod">
          <ac:chgData name="Ryan Kusnadi" userId="4fb58c44f6c6a5cb" providerId="LiveId" clId="{CB48D145-7F78-4649-9ECC-A7A83723D3CB}" dt="2026-10-12T15:31:15.765" v="12809" actId="1036"/>
          <ac:spMkLst>
            <pc:docMk/>
            <pc:sldMk cId="1783371388" sldId="283"/>
            <ac:spMk id="101" creationId="{371309CF-AE2B-91EF-CFBB-462739666383}"/>
          </ac:spMkLst>
        </pc:spChg>
        <pc:spChg chg="add mod topLvl">
          <ac:chgData name="Ryan Kusnadi" userId="4fb58c44f6c6a5cb" providerId="LiveId" clId="{CB48D145-7F78-4649-9ECC-A7A83723D3CB}" dt="2026-10-12T15:45:43.881" v="13893" actId="554"/>
          <ac:spMkLst>
            <pc:docMk/>
            <pc:sldMk cId="1783371388" sldId="283"/>
            <ac:spMk id="103" creationId="{983BF55C-6754-E99F-FF50-8F4C5385C2B5}"/>
          </ac:spMkLst>
        </pc:spChg>
        <pc:graphicFrameChg chg="add mod topLvl">
          <ac:chgData name="Ryan Kusnadi" userId="4fb58c44f6c6a5cb" providerId="LiveId" clId="{CB48D145-7F78-4649-9ECC-A7A83723D3CB}" dt="2026-10-12T15:52:34.670" v="14867" actId="14100"/>
          <ac:graphicFrameMkLst>
            <pc:docMk/>
            <pc:sldMk cId="1783371388" sldId="283"/>
            <ac:graphicFrameMk id="50" creationId="{F1193F27-036D-0755-9DF9-5FD597436DBB}"/>
          </ac:graphicFrameMkLst>
        </pc:graphicFrameChg>
        <pc:graphicFrameChg chg="add mod topLvl">
          <ac:chgData name="Ryan Kusnadi" userId="4fb58c44f6c6a5cb" providerId="LiveId" clId="{CB48D145-7F78-4649-9ECC-A7A83723D3CB}" dt="2026-10-12T15:52:34.670" v="14867" actId="14100"/>
          <ac:graphicFrameMkLst>
            <pc:docMk/>
            <pc:sldMk cId="1783371388" sldId="283"/>
            <ac:graphicFrameMk id="52" creationId="{01C0745F-D6E1-C522-A2AB-D870FEF7637F}"/>
          </ac:graphicFrameMkLst>
        </pc:graphicFrameChg>
        <pc:graphicFrameChg chg="add mod topLvl">
          <ac:chgData name="Ryan Kusnadi" userId="4fb58c44f6c6a5cb" providerId="LiveId" clId="{CB48D145-7F78-4649-9ECC-A7A83723D3CB}" dt="2026-10-12T15:45:30.891" v="13890" actId="1035"/>
          <ac:graphicFrameMkLst>
            <pc:docMk/>
            <pc:sldMk cId="1783371388" sldId="283"/>
            <ac:graphicFrameMk id="98" creationId="{64AA7450-CA68-A88B-4B31-5ABAD2804613}"/>
          </ac:graphicFrameMkLst>
        </pc:graphicFrameChg>
        <pc:graphicFrameChg chg="add mod topLvl">
          <ac:chgData name="Ryan Kusnadi" userId="4fb58c44f6c6a5cb" providerId="LiveId" clId="{CB48D145-7F78-4649-9ECC-A7A83723D3CB}" dt="2026-10-12T15:45:30.891" v="13890" actId="1035"/>
          <ac:graphicFrameMkLst>
            <pc:docMk/>
            <pc:sldMk cId="1783371388" sldId="283"/>
            <ac:graphicFrameMk id="100" creationId="{58B91BC4-AFDA-3B3D-F53F-1FCFD17ECD4B}"/>
          </ac:graphicFrameMkLst>
        </pc:graphicFrameChg>
        <pc:cxnChg chg="add mod topLvl">
          <ac:chgData name="Ryan Kusnadi" userId="4fb58c44f6c6a5cb" providerId="LiveId" clId="{CB48D145-7F78-4649-9ECC-A7A83723D3CB}" dt="2026-10-12T15:45:14.629" v="13871" actId="555"/>
          <ac:cxnSpMkLst>
            <pc:docMk/>
            <pc:sldMk cId="1783371388" sldId="283"/>
            <ac:cxnSpMk id="60" creationId="{9596346E-B99E-0564-E79F-28A23B4D3F23}"/>
          </ac:cxnSpMkLst>
        </pc:cxnChg>
        <pc:cxnChg chg="mod topLvl">
          <ac:chgData name="Ryan Kusnadi" userId="4fb58c44f6c6a5cb" providerId="LiveId" clId="{CB48D145-7F78-4649-9ECC-A7A83723D3CB}" dt="2026-10-12T15:45:14.629" v="13871" actId="555"/>
          <ac:cxnSpMkLst>
            <pc:docMk/>
            <pc:sldMk cId="1783371388" sldId="283"/>
            <ac:cxnSpMk id="88" creationId="{B783EDC6-1482-764E-905C-7E0FABE8B4B3}"/>
          </ac:cxnSpMkLst>
        </pc:cxnChg>
      </pc:sldChg>
      <pc:sldChg chg="ord">
        <pc:chgData name="Ryan Kusnadi" userId="4fb58c44f6c6a5cb" providerId="LiveId" clId="{CB48D145-7F78-4649-9ECC-A7A83723D3CB}" dt="2026-10-11T11:02:42.227" v="137"/>
        <pc:sldMkLst>
          <pc:docMk/>
          <pc:sldMk cId="3239453063" sldId="286"/>
        </pc:sldMkLst>
      </pc:sldChg>
      <pc:sldChg chg="add">
        <pc:chgData name="Ryan Kusnadi" userId="4fb58c44f6c6a5cb" providerId="LiveId" clId="{CB48D145-7F78-4649-9ECC-A7A83723D3CB}" dt="2026-10-12T13:31:31.083" v="6629"/>
        <pc:sldMkLst>
          <pc:docMk/>
          <pc:sldMk cId="1678051060" sldId="290"/>
        </pc:sldMkLst>
      </pc:sldChg>
      <pc:sldChg chg="addSp delSp modSp add mod">
        <pc:chgData name="Ryan Kusnadi" userId="4fb58c44f6c6a5cb" providerId="LiveId" clId="{CB48D145-7F78-4649-9ECC-A7A83723D3CB}" dt="2026-10-12T08:05:45.477" v="788" actId="14100"/>
        <pc:sldMkLst>
          <pc:docMk/>
          <pc:sldMk cId="848288546" sldId="291"/>
        </pc:sldMkLst>
        <pc:spChg chg="mod">
          <ac:chgData name="Ryan Kusnadi" userId="4fb58c44f6c6a5cb" providerId="LiveId" clId="{CB48D145-7F78-4649-9ECC-A7A83723D3CB}" dt="2026-10-12T08:05:45.477" v="788" actId="14100"/>
          <ac:spMkLst>
            <pc:docMk/>
            <pc:sldMk cId="848288546" sldId="291"/>
            <ac:spMk id="10" creationId="{2FB1DDC3-CA87-C6A6-677B-CA84821B8E94}"/>
          </ac:spMkLst>
        </pc:spChg>
        <pc:picChg chg="add mod ord">
          <ac:chgData name="Ryan Kusnadi" userId="4fb58c44f6c6a5cb" providerId="LiveId" clId="{CB48D145-7F78-4649-9ECC-A7A83723D3CB}" dt="2026-10-12T08:05:35.330" v="786" actId="1038"/>
          <ac:picMkLst>
            <pc:docMk/>
            <pc:sldMk cId="848288546" sldId="291"/>
            <ac:picMk id="11" creationId="{F9D5877D-5D7A-1F0E-0358-A997BDFF8376}"/>
          </ac:picMkLst>
        </pc:picChg>
      </pc:sldChg>
      <pc:sldChg chg="modSp add mod">
        <pc:chgData name="Ryan Kusnadi" userId="4fb58c44f6c6a5cb" providerId="LiveId" clId="{CB48D145-7F78-4649-9ECC-A7A83723D3CB}" dt="2026-10-12T08:17:26.275" v="1102" actId="20577"/>
        <pc:sldMkLst>
          <pc:docMk/>
          <pc:sldMk cId="1308642389" sldId="292"/>
        </pc:sldMkLst>
        <pc:spChg chg="mod">
          <ac:chgData name="Ryan Kusnadi" userId="4fb58c44f6c6a5cb" providerId="LiveId" clId="{CB48D145-7F78-4649-9ECC-A7A83723D3CB}" dt="2026-10-12T08:17:26.275" v="1102" actId="20577"/>
          <ac:spMkLst>
            <pc:docMk/>
            <pc:sldMk cId="1308642389" sldId="292"/>
            <ac:spMk id="8" creationId="{1F4256C9-CCD6-3C19-1910-7F9CD05D7865}"/>
          </ac:spMkLst>
        </pc:spChg>
      </pc:sldChg>
      <pc:sldChg chg="modSp add mod">
        <pc:chgData name="Ryan Kusnadi" userId="4fb58c44f6c6a5cb" providerId="LiveId" clId="{CB48D145-7F78-4649-9ECC-A7A83723D3CB}" dt="2026-10-12T12:14:26.819" v="1920" actId="20577"/>
        <pc:sldMkLst>
          <pc:docMk/>
          <pc:sldMk cId="2199728419" sldId="297"/>
        </pc:sldMkLst>
        <pc:spChg chg="mod">
          <ac:chgData name="Ryan Kusnadi" userId="4fb58c44f6c6a5cb" providerId="LiveId" clId="{CB48D145-7F78-4649-9ECC-A7A83723D3CB}" dt="2026-10-12T12:14:26.819" v="1920" actId="20577"/>
          <ac:spMkLst>
            <pc:docMk/>
            <pc:sldMk cId="2199728419" sldId="297"/>
            <ac:spMk id="2" creationId="{55D05984-A85D-AD81-ACFA-6298582F9EB8}"/>
          </ac:spMkLst>
        </pc:spChg>
      </pc:sldChg>
      <pc:sldChg chg="add">
        <pc:chgData name="Ryan Kusnadi" userId="4fb58c44f6c6a5cb" providerId="LiveId" clId="{CB48D145-7F78-4649-9ECC-A7A83723D3CB}" dt="2026-10-12T12:14:29.250" v="1921"/>
        <pc:sldMkLst>
          <pc:docMk/>
          <pc:sldMk cId="2776823690" sldId="298"/>
        </pc:sldMkLst>
      </pc:sldChg>
      <pc:sldChg chg="modSp add mod">
        <pc:chgData name="Ryan Kusnadi" userId="4fb58c44f6c6a5cb" providerId="LiveId" clId="{CB48D145-7F78-4649-9ECC-A7A83723D3CB}" dt="2026-10-12T12:14:44.682" v="1945" actId="20577"/>
        <pc:sldMkLst>
          <pc:docMk/>
          <pc:sldMk cId="2078631684" sldId="299"/>
        </pc:sldMkLst>
        <pc:spChg chg="mod">
          <ac:chgData name="Ryan Kusnadi" userId="4fb58c44f6c6a5cb" providerId="LiveId" clId="{CB48D145-7F78-4649-9ECC-A7A83723D3CB}" dt="2026-10-12T12:14:44.682" v="1945" actId="20577"/>
          <ac:spMkLst>
            <pc:docMk/>
            <pc:sldMk cId="2078631684" sldId="299"/>
            <ac:spMk id="2" creationId="{0E6357C1-C0C6-6BF1-AD0F-81EC08EEE408}"/>
          </ac:spMkLst>
        </pc:spChg>
      </pc:sldChg>
      <pc:sldChg chg="modSp add mod">
        <pc:chgData name="Ryan Kusnadi" userId="4fb58c44f6c6a5cb" providerId="LiveId" clId="{CB48D145-7F78-4649-9ECC-A7A83723D3CB}" dt="2026-10-12T12:15:03.491" v="1968" actId="20577"/>
        <pc:sldMkLst>
          <pc:docMk/>
          <pc:sldMk cId="1342430409" sldId="300"/>
        </pc:sldMkLst>
        <pc:spChg chg="mod">
          <ac:chgData name="Ryan Kusnadi" userId="4fb58c44f6c6a5cb" providerId="LiveId" clId="{CB48D145-7F78-4649-9ECC-A7A83723D3CB}" dt="2026-10-12T12:15:03.491" v="1968" actId="20577"/>
          <ac:spMkLst>
            <pc:docMk/>
            <pc:sldMk cId="1342430409" sldId="300"/>
            <ac:spMk id="2" creationId="{FC7B5895-5889-3596-7BBE-A59050E1EF1D}"/>
          </ac:spMkLst>
        </pc:spChg>
      </pc:sldChg>
      <pc:sldChg chg="modSp add mod">
        <pc:chgData name="Ryan Kusnadi" userId="4fb58c44f6c6a5cb" providerId="LiveId" clId="{CB48D145-7F78-4649-9ECC-A7A83723D3CB}" dt="2026-10-12T12:15:10.408" v="1985" actId="20577"/>
        <pc:sldMkLst>
          <pc:docMk/>
          <pc:sldMk cId="534743325" sldId="301"/>
        </pc:sldMkLst>
        <pc:spChg chg="mod">
          <ac:chgData name="Ryan Kusnadi" userId="4fb58c44f6c6a5cb" providerId="LiveId" clId="{CB48D145-7F78-4649-9ECC-A7A83723D3CB}" dt="2026-10-12T12:15:10.408" v="1985" actId="20577"/>
          <ac:spMkLst>
            <pc:docMk/>
            <pc:sldMk cId="534743325" sldId="301"/>
            <ac:spMk id="2" creationId="{F307DEA7-20CB-7CE4-46FB-BE772B66FA84}"/>
          </ac:spMkLst>
        </pc:spChg>
      </pc:sldChg>
      <pc:sldChg chg="addSp delSp modSp add mod ord">
        <pc:chgData name="Ryan Kusnadi" userId="4fb58c44f6c6a5cb" providerId="LiveId" clId="{CB48D145-7F78-4649-9ECC-A7A83723D3CB}" dt="2026-10-12T16:37:02.366" v="15658" actId="14100"/>
        <pc:sldMkLst>
          <pc:docMk/>
          <pc:sldMk cId="4115820276" sldId="303"/>
        </pc:sldMkLst>
        <pc:spChg chg="mod">
          <ac:chgData name="Ryan Kusnadi" userId="4fb58c44f6c6a5cb" providerId="LiveId" clId="{CB48D145-7F78-4649-9ECC-A7A83723D3CB}" dt="2026-10-12T13:22:58.831" v="6361"/>
          <ac:spMkLst>
            <pc:docMk/>
            <pc:sldMk cId="4115820276" sldId="303"/>
            <ac:spMk id="2" creationId="{4E73FE6B-1F1A-0BF6-8B92-A62C074F309B}"/>
          </ac:spMkLst>
        </pc:spChg>
        <pc:spChg chg="mod">
          <ac:chgData name="Ryan Kusnadi" userId="4fb58c44f6c6a5cb" providerId="LiveId" clId="{CB48D145-7F78-4649-9ECC-A7A83723D3CB}" dt="2026-10-12T13:41:05.379" v="7231" actId="20577"/>
          <ac:spMkLst>
            <pc:docMk/>
            <pc:sldMk cId="4115820276" sldId="303"/>
            <ac:spMk id="3" creationId="{FC7B2295-673A-FB1D-F6CD-9E7118FF0796}"/>
          </ac:spMkLst>
        </pc:spChg>
        <pc:spChg chg="mod">
          <ac:chgData name="Ryan Kusnadi" userId="4fb58c44f6c6a5cb" providerId="LiveId" clId="{CB48D145-7F78-4649-9ECC-A7A83723D3CB}" dt="2026-10-12T13:23:37.855" v="6369" actId="13926"/>
          <ac:spMkLst>
            <pc:docMk/>
            <pc:sldMk cId="4115820276" sldId="303"/>
            <ac:spMk id="5" creationId="{0DB40ECA-3E78-8858-FFB9-DF8D01D5CA46}"/>
          </ac:spMkLst>
        </pc:spChg>
        <pc:spChg chg="mo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18" creationId="{5920D787-20E1-B8EA-DBC0-61C420D5CABE}"/>
          </ac:spMkLst>
        </pc:spChg>
        <pc:spChg chg="mod topLvl">
          <ac:chgData name="Ryan Kusnadi" userId="4fb58c44f6c6a5cb" providerId="LiveId" clId="{CB48D145-7F78-4649-9ECC-A7A83723D3CB}" dt="2026-10-12T12:31:22.779" v="3103" actId="20577"/>
          <ac:spMkLst>
            <pc:docMk/>
            <pc:sldMk cId="4115820276" sldId="303"/>
            <ac:spMk id="25" creationId="{2D4C4A14-5E1C-7FC4-22E4-DDA51ECDF5F8}"/>
          </ac:spMkLst>
        </pc:spChg>
        <pc:spChg chg="add mod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29" creationId="{DDB2870F-ADF2-48C5-15D8-C15690B27D12}"/>
          </ac:spMkLst>
        </pc:spChg>
        <pc:spChg chg="add mod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3" creationId="{8793FB14-4197-3420-6793-6AB3035FC7A8}"/>
          </ac:spMkLst>
        </pc:spChg>
        <pc:spChg chg="add del mod">
          <ac:chgData name="Ryan Kusnadi" userId="4fb58c44f6c6a5cb" providerId="LiveId" clId="{CB48D145-7F78-4649-9ECC-A7A83723D3CB}" dt="2026-10-12T13:18:02.865" v="6079" actId="164"/>
          <ac:spMkLst>
            <pc:docMk/>
            <pc:sldMk cId="4115820276" sldId="303"/>
            <ac:spMk id="37" creationId="{E8137CB4-6034-DEB7-7708-45DC142420D7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3" creationId="{BAEB8064-CD8D-A444-11F6-409E8C2FA7C2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45" creationId="{8C399849-21C3-F7F7-E591-67162B1C9FB9}"/>
          </ac:spMkLst>
        </pc:spChg>
        <pc:spChg chg="add mod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47" creationId="{595A612E-1993-DC13-CF5F-F1531B52AA8F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49" creationId="{ECD38463-FEF6-87B3-06A2-125B5A04ECE8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1" creationId="{6C836B21-E095-88BC-3B26-7AC8F4620DB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4" creationId="{C9B2ADD6-1706-A236-3B59-F0FCCE9D92F1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56" creationId="{41E51591-B234-1642-3CDB-C9FEABD6AC41}"/>
          </ac:spMkLst>
        </pc:spChg>
        <pc:spChg chg="mod ord topLvl">
          <ac:chgData name="Ryan Kusnadi" userId="4fb58c44f6c6a5cb" providerId="LiveId" clId="{CB48D145-7F78-4649-9ECC-A7A83723D3CB}" dt="2026-10-12T14:01:05.489" v="8040" actId="554"/>
          <ac:spMkLst>
            <pc:docMk/>
            <pc:sldMk cId="4115820276" sldId="303"/>
            <ac:spMk id="61" creationId="{6794BF5E-4DED-19F5-029C-3DE9EF2EB2F0}"/>
          </ac:spMkLst>
        </pc:spChg>
        <pc:spChg chg="add mod topLvl">
          <ac:chgData name="Ryan Kusnadi" userId="4fb58c44f6c6a5cb" providerId="LiveId" clId="{CB48D145-7F78-4649-9ECC-A7A83723D3CB}" dt="2026-10-12T13:42:20.155" v="7249" actId="164"/>
          <ac:spMkLst>
            <pc:docMk/>
            <pc:sldMk cId="4115820276" sldId="303"/>
            <ac:spMk id="62" creationId="{AF53E4B1-7954-3CD4-61FA-23E28C3243A4}"/>
          </ac:spMkLst>
        </pc:spChg>
        <pc:spChg chg="mod topLvl">
          <ac:chgData name="Ryan Kusnadi" userId="4fb58c44f6c6a5cb" providerId="LiveId" clId="{CB48D145-7F78-4649-9ECC-A7A83723D3CB}" dt="2026-10-12T13:09:17.328" v="5678" actId="14100"/>
          <ac:spMkLst>
            <pc:docMk/>
            <pc:sldMk cId="4115820276" sldId="303"/>
            <ac:spMk id="70" creationId="{175709CB-2E55-9980-CF24-AC74461715DE}"/>
          </ac:spMkLst>
        </pc:spChg>
        <pc:spChg chg="mod">
          <ac:chgData name="Ryan Kusnadi" userId="4fb58c44f6c6a5cb" providerId="LiveId" clId="{CB48D145-7F78-4649-9ECC-A7A83723D3CB}" dt="2026-10-12T16:36:41.227" v="15628" actId="14100"/>
          <ac:spMkLst>
            <pc:docMk/>
            <pc:sldMk cId="4115820276" sldId="303"/>
            <ac:spMk id="71" creationId="{2F05E98C-9B09-EF4D-C08E-ABFFF6BA6A6B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2" creationId="{9E86F92D-31CF-868A-B041-9F1188E2C632}"/>
          </ac:spMkLst>
        </pc:spChg>
        <pc:spChg chg="add mod topLvl">
          <ac:chgData name="Ryan Kusnadi" userId="4fb58c44f6c6a5cb" providerId="LiveId" clId="{CB48D145-7F78-4649-9ECC-A7A83723D3CB}" dt="2026-10-12T16:36:44.841" v="15635" actId="14100"/>
          <ac:spMkLst>
            <pc:docMk/>
            <pc:sldMk cId="4115820276" sldId="303"/>
            <ac:spMk id="73" creationId="{343CAE37-5520-D717-DEF1-A803B8D2027F}"/>
          </ac:spMkLst>
        </pc:spChg>
        <pc:spChg chg="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75" creationId="{6C54A406-8BF1-BAAA-AA4A-CA60596D3FE1}"/>
          </ac:spMkLst>
        </pc:spChg>
        <pc:spChg chg="add mod topLvl">
          <ac:chgData name="Ryan Kusnadi" userId="4fb58c44f6c6a5cb" providerId="LiveId" clId="{CB48D145-7F78-4649-9ECC-A7A83723D3CB}" dt="2026-10-12T16:36:50.998" v="15640" actId="14100"/>
          <ac:spMkLst>
            <pc:docMk/>
            <pc:sldMk cId="4115820276" sldId="303"/>
            <ac:spMk id="77" creationId="{D7F4D276-1A68-F4D9-3196-013720602E4C}"/>
          </ac:spMkLst>
        </pc:spChg>
        <pc:spChg chg="add mod topLvl">
          <ac:chgData name="Ryan Kusnadi" userId="4fb58c44f6c6a5cb" providerId="LiveId" clId="{CB48D145-7F78-4649-9ECC-A7A83723D3CB}" dt="2026-10-12T13:16:54.881" v="6061" actId="1036"/>
          <ac:spMkLst>
            <pc:docMk/>
            <pc:sldMk cId="4115820276" sldId="303"/>
            <ac:spMk id="81" creationId="{70648E8C-BD8E-4106-6E2B-642B40D1C572}"/>
          </ac:spMkLst>
        </pc:spChg>
        <pc:spChg chg="add mod topLvl">
          <ac:chgData name="Ryan Kusnadi" userId="4fb58c44f6c6a5cb" providerId="LiveId" clId="{CB48D145-7F78-4649-9ECC-A7A83723D3CB}" dt="2026-10-12T16:36:55.177" v="15647" actId="14100"/>
          <ac:spMkLst>
            <pc:docMk/>
            <pc:sldMk cId="4115820276" sldId="303"/>
            <ac:spMk id="82" creationId="{C69AA671-9B09-72F7-EED5-4CFB4AE0AE3F}"/>
          </ac:spMkLst>
        </pc:spChg>
        <pc:spChg chg="add mod topLvl">
          <ac:chgData name="Ryan Kusnadi" userId="4fb58c44f6c6a5cb" providerId="LiveId" clId="{CB48D145-7F78-4649-9ECC-A7A83723D3CB}" dt="2026-10-12T13:25:26.578" v="6606" actId="1036"/>
          <ac:spMkLst>
            <pc:docMk/>
            <pc:sldMk cId="4115820276" sldId="303"/>
            <ac:spMk id="83" creationId="{090580EB-513C-5C40-E9E0-4A9C7AC918E3}"/>
          </ac:spMkLst>
        </pc:spChg>
        <pc:spChg chg="mod topLvl">
          <ac:chgData name="Ryan Kusnadi" userId="4fb58c44f6c6a5cb" providerId="LiveId" clId="{CB48D145-7F78-4649-9ECC-A7A83723D3CB}" dt="2026-10-12T16:37:02.366" v="15658" actId="14100"/>
          <ac:spMkLst>
            <pc:docMk/>
            <pc:sldMk cId="4115820276" sldId="303"/>
            <ac:spMk id="84" creationId="{4A17F66F-A685-AC87-CB0E-170133757724}"/>
          </ac:spMkLst>
        </pc:spChg>
        <pc:spChg chg="add mod topLvl">
          <ac:chgData name="Ryan Kusnadi" userId="4fb58c44f6c6a5cb" providerId="LiveId" clId="{CB48D145-7F78-4649-9ECC-A7A83723D3CB}" dt="2026-10-12T13:18:40.072" v="6096" actId="403"/>
          <ac:spMkLst>
            <pc:docMk/>
            <pc:sldMk cId="4115820276" sldId="303"/>
            <ac:spMk id="87" creationId="{04A18EF7-DB25-5E60-D9F6-5F8B0B434547}"/>
          </ac:spMkLst>
        </pc:spChg>
        <pc:spChg chg="add mod topLvl">
          <ac:chgData name="Ryan Kusnadi" userId="4fb58c44f6c6a5cb" providerId="LiveId" clId="{CB48D145-7F78-4649-9ECC-A7A83723D3CB}" dt="2026-10-12T13:26:42.289" v="6622" actId="113"/>
          <ac:spMkLst>
            <pc:docMk/>
            <pc:sldMk cId="4115820276" sldId="303"/>
            <ac:spMk id="90" creationId="{6771A456-0AC7-1125-129B-E64C986F6E71}"/>
          </ac:spMkLst>
        </pc:spChg>
        <pc:spChg chg="mod">
          <ac:chgData name="Ryan Kusnadi" userId="4fb58c44f6c6a5cb" providerId="LiveId" clId="{CB48D145-7F78-4649-9ECC-A7A83723D3CB}" dt="2026-10-12T13:26:46.501" v="6623" actId="113"/>
          <ac:spMkLst>
            <pc:docMk/>
            <pc:sldMk cId="4115820276" sldId="303"/>
            <ac:spMk id="91" creationId="{7DCCB341-CDEA-4B5D-90CD-3C9961522769}"/>
          </ac:spMkLst>
        </pc:spChg>
        <pc:spChg chg="mod">
          <ac:chgData name="Ryan Kusnadi" userId="4fb58c44f6c6a5cb" providerId="LiveId" clId="{CB48D145-7F78-4649-9ECC-A7A83723D3CB}" dt="2026-10-12T13:26:57.779" v="6628" actId="113"/>
          <ac:spMkLst>
            <pc:docMk/>
            <pc:sldMk cId="4115820276" sldId="303"/>
            <ac:spMk id="99" creationId="{A05F51AD-071E-E6C7-9452-F55225977E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3" creationId="{C722275F-BB1B-2534-937C-497922538295}"/>
          </ac:spMkLst>
        </pc:spChg>
        <pc:spChg chg="add mod topLvl">
          <ac:chgData name="Ryan Kusnadi" userId="4fb58c44f6c6a5cb" providerId="LiveId" clId="{CB48D145-7F78-4649-9ECC-A7A83723D3CB}" dt="2026-10-12T14:00:59.144" v="8038" actId="165"/>
          <ac:spMkLst>
            <pc:docMk/>
            <pc:sldMk cId="4115820276" sldId="303"/>
            <ac:spMk id="114" creationId="{D637DA04-76E0-8A47-EEBA-56A065D3F4DF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5" creationId="{5D8D17D0-0177-03CF-D770-272FD7A6283E}"/>
          </ac:spMkLst>
        </pc:spChg>
        <pc:spChg chg="mod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7" creationId="{23D68D1B-E616-66CF-4DD1-318C506FB420}"/>
          </ac:spMkLst>
        </pc:spChg>
        <pc:spChg chg="add mod">
          <ac:chgData name="Ryan Kusnadi" userId="4fb58c44f6c6a5cb" providerId="LiveId" clId="{CB48D145-7F78-4649-9ECC-A7A83723D3CB}" dt="2026-10-12T13:16:25.226" v="6034" actId="164"/>
          <ac:spMkLst>
            <pc:docMk/>
            <pc:sldMk cId="4115820276" sldId="303"/>
            <ac:spMk id="118" creationId="{2F50640E-5781-F1A5-607A-DE91C165F437}"/>
          </ac:spMkLst>
        </pc:spChg>
        <pc:spChg chg="mod topLvl">
          <ac:chgData name="Ryan Kusnadi" userId="4fb58c44f6c6a5cb" providerId="LiveId" clId="{CB48D145-7F78-4649-9ECC-A7A83723D3CB}" dt="2026-10-12T14:01:03.138" v="8039" actId="165"/>
          <ac:spMkLst>
            <pc:docMk/>
            <pc:sldMk cId="4115820276" sldId="303"/>
            <ac:spMk id="119" creationId="{BE04053B-C98A-B041-19F6-9FE37901B0DB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3" creationId="{53A501EE-2DC1-2BE7-CC1D-32B81A9D13D0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5" creationId="{8F0027D8-78B3-B3A0-2E8C-3158AE460AFA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127" creationId="{1DE4365C-BC5C-CF55-2BD5-83D2C806CDEE}"/>
          </ac:spMkLst>
        </pc:spChg>
        <pc:spChg chg="mod">
          <ac:chgData name="Ryan Kusnadi" userId="4fb58c44f6c6a5cb" providerId="LiveId" clId="{CB48D145-7F78-4649-9ECC-A7A83723D3CB}" dt="2026-10-12T13:25:59.901" v="6612" actId="553"/>
          <ac:spMkLst>
            <pc:docMk/>
            <pc:sldMk cId="4115820276" sldId="303"/>
            <ac:spMk id="203" creationId="{AAD37FD7-B7AB-8762-91F5-B18102DCC583}"/>
          </ac:spMkLst>
        </pc:spChg>
        <pc:spChg chg="add mod">
          <ac:chgData name="Ryan Kusnadi" userId="4fb58c44f6c6a5cb" providerId="LiveId" clId="{CB48D145-7F78-4649-9ECC-A7A83723D3CB}" dt="2026-10-12T13:16:39.297" v="6038" actId="164"/>
          <ac:spMkLst>
            <pc:docMk/>
            <pc:sldMk cId="4115820276" sldId="303"/>
            <ac:spMk id="204" creationId="{E420C02B-65F7-6086-CAF7-03CA8A421D7F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87" creationId="{779FAEB3-77E2-6665-AFEF-199B59EADA16}"/>
          </ac:spMkLst>
        </pc:spChg>
        <pc:spChg chg="mod topLvl">
          <ac:chgData name="Ryan Kusnadi" userId="4fb58c44f6c6a5cb" providerId="LiveId" clId="{CB48D145-7F78-4649-9ECC-A7A83723D3CB}" dt="2026-10-12T12:57:57.148" v="4877" actId="165"/>
          <ac:spMkLst>
            <pc:docMk/>
            <pc:sldMk cId="4115820276" sldId="303"/>
            <ac:spMk id="290" creationId="{2E507C81-EF7D-8375-427B-962B7E702BC6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2" creationId="{84869704-F413-21AE-1734-95798A7A6604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4" creationId="{252AE9A6-09AD-40F6-FB16-EA071E0A8739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6" creationId="{52A1B151-5C59-2C1A-68DD-FF5E737108F5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298" creationId="{A390D8FB-AAB4-F17E-69D1-10CFA67A97B7}"/>
          </ac:spMkLst>
        </pc:spChg>
        <pc:spChg chg="mod topLvl">
          <ac:chgData name="Ryan Kusnadi" userId="4fb58c44f6c6a5cb" providerId="LiveId" clId="{CB48D145-7F78-4649-9ECC-A7A83723D3CB}" dt="2026-10-12T13:42:16.819" v="7248" actId="165"/>
          <ac:spMkLst>
            <pc:docMk/>
            <pc:sldMk cId="4115820276" sldId="303"/>
            <ac:spMk id="300" creationId="{25695E4B-F867-6C24-D493-F13884649913}"/>
          </ac:spMkLst>
        </pc:spChg>
        <pc:grpChg chg="mod">
          <ac:chgData name="Ryan Kusnadi" userId="4fb58c44f6c6a5cb" providerId="LiveId" clId="{CB48D145-7F78-4649-9ECC-A7A83723D3CB}" dt="2026-10-12T12:38:53.799" v="3776" actId="164"/>
          <ac:grpSpMkLst>
            <pc:docMk/>
            <pc:sldMk cId="4115820276" sldId="303"/>
            <ac:grpSpMk id="64" creationId="{8F37A760-C5C4-3F2A-4BA4-A2A22E05F42B}"/>
          </ac:grpSpMkLst>
        </pc:grpChg>
        <pc:grpChg chg="add mod">
          <ac:chgData name="Ryan Kusnadi" userId="4fb58c44f6c6a5cb" providerId="LiveId" clId="{CB48D145-7F78-4649-9ECC-A7A83723D3CB}" dt="2026-10-12T13:42:20.155" v="7249" actId="164"/>
          <ac:grpSpMkLst>
            <pc:docMk/>
            <pc:sldMk cId="4115820276" sldId="303"/>
            <ac:grpSpMk id="65" creationId="{E737FCB5-10BB-DDC8-39DA-AD5BED4A75BD}"/>
          </ac:grpSpMkLst>
        </pc:grpChg>
        <pc:grpChg chg="mod topLvl">
          <ac:chgData name="Ryan Kusnadi" userId="4fb58c44f6c6a5cb" providerId="LiveId" clId="{CB48D145-7F78-4649-9ECC-A7A83723D3CB}" dt="2026-10-12T14:01:03.138" v="8039" actId="165"/>
          <ac:grpSpMkLst>
            <pc:docMk/>
            <pc:sldMk cId="4115820276" sldId="303"/>
            <ac:grpSpMk id="120" creationId="{CC58A38C-4AF1-9003-DACE-01F6264E7D01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28" creationId="{FA85289E-B360-CFCF-CFBE-717C44EF8DC3}"/>
          </ac:grpSpMkLst>
        </pc:grpChg>
        <pc:grpChg chg="add mod">
          <ac:chgData name="Ryan Kusnadi" userId="4fb58c44f6c6a5cb" providerId="LiveId" clId="{CB48D145-7F78-4649-9ECC-A7A83723D3CB}" dt="2026-10-12T13:42:27.731" v="7251" actId="164"/>
          <ac:grpSpMkLst>
            <pc:docMk/>
            <pc:sldMk cId="4115820276" sldId="303"/>
            <ac:grpSpMk id="230" creationId="{5D544924-7406-0C1F-C834-995BBCAE6C03}"/>
          </ac:grpSpMkLst>
        </pc:grpChg>
        <pc:grpChg chg="add mod">
          <ac:chgData name="Ryan Kusnadi" userId="4fb58c44f6c6a5cb" providerId="LiveId" clId="{CB48D145-7F78-4649-9ECC-A7A83723D3CB}" dt="2026-10-12T13:42:31.464" v="7253" actId="12789"/>
          <ac:grpSpMkLst>
            <pc:docMk/>
            <pc:sldMk cId="4115820276" sldId="303"/>
            <ac:grpSpMk id="238" creationId="{696B2601-B8D0-F825-C29E-FA50122EA778}"/>
          </ac:grpSpMkLst>
        </pc:grpChg>
        <pc:grpChg chg="add mod">
          <ac:chgData name="Ryan Kusnadi" userId="4fb58c44f6c6a5cb" providerId="LiveId" clId="{CB48D145-7F78-4649-9ECC-A7A83723D3CB}" dt="2026-10-12T14:00:39.217" v="8030" actId="14100"/>
          <ac:grpSpMkLst>
            <pc:docMk/>
            <pc:sldMk cId="4115820276" sldId="303"/>
            <ac:grpSpMk id="240" creationId="{205CE2A5-76EF-82CE-B8D2-6D923F634176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07" creationId="{6F30DBCC-506F-57E9-A100-3BA8A38A739D}"/>
          </ac:grpSpMkLst>
        </pc:grpChg>
        <pc:grpChg chg="mod">
          <ac:chgData name="Ryan Kusnadi" userId="4fb58c44f6c6a5cb" providerId="LiveId" clId="{CB48D145-7F78-4649-9ECC-A7A83723D3CB}" dt="2026-10-12T12:38:52.005" v="3775" actId="164"/>
          <ac:grpSpMkLst>
            <pc:docMk/>
            <pc:sldMk cId="4115820276" sldId="303"/>
            <ac:grpSpMk id="316" creationId="{343B0627-17EC-FBDC-CFAE-B6E94C25FE6F}"/>
          </ac:grpSpMkLst>
        </pc:grpChg>
        <pc:grpChg chg="mod">
          <ac:chgData name="Ryan Kusnadi" userId="4fb58c44f6c6a5cb" providerId="LiveId" clId="{CB48D145-7F78-4649-9ECC-A7A83723D3CB}" dt="2026-10-12T12:35:57.281" v="3462" actId="12788"/>
          <ac:grpSpMkLst>
            <pc:docMk/>
            <pc:sldMk cId="4115820276" sldId="303"/>
            <ac:grpSpMk id="318" creationId="{8104917E-9B27-C264-B390-A6EB2B5E582B}"/>
          </ac:grpSpMkLst>
        </pc:grpChg>
        <pc:picChg chg="mod topLvl">
          <ac:chgData name="Ryan Kusnadi" userId="4fb58c44f6c6a5cb" providerId="LiveId" clId="{CB48D145-7F78-4649-9ECC-A7A83723D3CB}" dt="2026-10-12T12:29:09.775" v="2952" actId="1038"/>
          <ac:picMkLst>
            <pc:docMk/>
            <pc:sldMk cId="4115820276" sldId="303"/>
            <ac:picMk id="14" creationId="{A7D32188-5357-378B-4DEB-735EA5A67C28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7" creationId="{BA572EA0-DE65-1255-2364-398F4703B867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09" creationId="{B97FA0C0-C206-8BE9-12E7-F5EF219EFCEF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1" creationId="{84802CEC-FC39-4CF8-BF49-0385BCDC77ED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3" creationId="{4AC2B33F-CC98-2292-2DC7-EAD3D7681B8E}"/>
          </ac:picMkLst>
        </pc:picChg>
        <pc:picChg chg="add mod or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17" creationId="{815656E0-6349-6872-6AA6-2D996901BE35}"/>
          </ac:picMkLst>
        </pc:picChg>
        <pc:picChg chg="add mod">
          <ac:chgData name="Ryan Kusnadi" userId="4fb58c44f6c6a5cb" providerId="LiveId" clId="{CB48D145-7F78-4649-9ECC-A7A83723D3CB}" dt="2026-10-12T13:16:25.226" v="6034" actId="164"/>
          <ac:picMkLst>
            <pc:docMk/>
            <pc:sldMk cId="4115820276" sldId="303"/>
            <ac:picMk id="222" creationId="{4F28FBFD-043D-0504-D122-D02804E39FA3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47" creationId="{4A300DFA-894C-FA53-51FA-A622217B6707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253" creationId="{DDC6DE12-BE7D-3BAF-5731-374431BE5499}"/>
          </ac:picMkLst>
        </pc:picChg>
        <pc:picChg chg="mod">
          <ac:chgData name="Ryan Kusnadi" userId="4fb58c44f6c6a5cb" providerId="LiveId" clId="{CB48D145-7F78-4649-9ECC-A7A83723D3CB}" dt="2026-10-12T12:38:52.005" v="3775" actId="164"/>
          <ac:picMkLst>
            <pc:docMk/>
            <pc:sldMk cId="4115820276" sldId="303"/>
            <ac:picMk id="301" creationId="{109D01E7-BD90-2B1D-EEF5-C2DFEFC587FB}"/>
          </ac:picMkLst>
        </pc:picChg>
        <pc:picChg chg="mod">
          <ac:chgData name="Ryan Kusnadi" userId="4fb58c44f6c6a5cb" providerId="LiveId" clId="{CB48D145-7F78-4649-9ECC-A7A83723D3CB}" dt="2026-10-12T12:35:03.610" v="3377" actId="165"/>
          <ac:picMkLst>
            <pc:docMk/>
            <pc:sldMk cId="4115820276" sldId="303"/>
            <ac:picMk id="309" creationId="{8B4CA421-FF72-4386-EBD5-2C59457D3C84}"/>
          </ac:picMkLst>
        </pc:picChg>
        <pc:cxnChg chg="mod ord topLvl">
          <ac:chgData name="Ryan Kusnadi" userId="4fb58c44f6c6a5cb" providerId="LiveId" clId="{CB48D145-7F78-4649-9ECC-A7A83723D3CB}" dt="2026-10-12T12:24:06.365" v="2186" actId="165"/>
          <ac:cxnSpMkLst>
            <pc:docMk/>
            <pc:sldMk cId="4115820276" sldId="303"/>
            <ac:cxnSpMk id="24" creationId="{2E54DCC7-64A3-D975-DAFB-601EF497C046}"/>
          </ac:cxnSpMkLst>
        </pc:cxnChg>
        <pc:cxnChg chg="add mod">
          <ac:chgData name="Ryan Kusnadi" userId="4fb58c44f6c6a5cb" providerId="LiveId" clId="{CB48D145-7F78-4649-9ECC-A7A83723D3CB}" dt="2026-10-12T12:49:46.054" v="4450" actId="1035"/>
          <ac:cxnSpMkLst>
            <pc:docMk/>
            <pc:sldMk cId="4115820276" sldId="303"/>
            <ac:cxnSpMk id="28" creationId="{BC5E38C6-E566-B22E-C876-1C696B4BA0C3}"/>
          </ac:cxnSpMkLst>
        </pc:cxnChg>
        <pc:cxnChg chg="mod">
          <ac:chgData name="Ryan Kusnadi" userId="4fb58c44f6c6a5cb" providerId="LiveId" clId="{CB48D145-7F78-4649-9ECC-A7A83723D3CB}" dt="2026-10-12T13:09:17.328" v="5678" actId="14100"/>
          <ac:cxnSpMkLst>
            <pc:docMk/>
            <pc:sldMk cId="4115820276" sldId="303"/>
            <ac:cxnSpMk id="69" creationId="{EBEFACFC-1CC4-C6F1-4637-B9EE6198414D}"/>
          </ac:cxnSpMkLst>
        </pc:cxnChg>
      </pc:sldChg>
      <pc:sldChg chg="addSp modSp add mod">
        <pc:chgData name="Ryan Kusnadi" userId="4fb58c44f6c6a5cb" providerId="LiveId" clId="{CB48D145-7F78-4649-9ECC-A7A83723D3CB}" dt="2026-10-12T14:36:15.030" v="9626" actId="164"/>
        <pc:sldMkLst>
          <pc:docMk/>
          <pc:sldMk cId="4246015871" sldId="304"/>
        </pc:sldMkLst>
        <pc:spChg chg="add mod">
          <ac:chgData name="Ryan Kusnadi" userId="4fb58c44f6c6a5cb" providerId="LiveId" clId="{CB48D145-7F78-4649-9ECC-A7A83723D3CB}" dt="2026-10-12T14:36:15.030" v="9626" actId="164"/>
          <ac:spMkLst>
            <pc:docMk/>
            <pc:sldMk cId="4246015871" sldId="304"/>
            <ac:spMk id="57" creationId="{B8304274-5B2C-9FBB-98D7-37BFC1A0224C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5" creationId="{A75F053B-9E03-3936-629D-2318AA848530}"/>
          </ac:spMkLst>
        </pc:spChg>
        <pc:spChg chg="mod">
          <ac:chgData name="Ryan Kusnadi" userId="4fb58c44f6c6a5cb" providerId="LiveId" clId="{CB48D145-7F78-4649-9ECC-A7A83723D3CB}" dt="2026-10-12T14:36:13.611" v="9625"/>
          <ac:spMkLst>
            <pc:docMk/>
            <pc:sldMk cId="4246015871" sldId="304"/>
            <ac:spMk id="86" creationId="{E22D813B-3864-050F-01EB-51882ACA4A2E}"/>
          </ac:spMkLst>
        </pc:s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6" creationId="{0F0ACD1B-0955-0C5B-94A9-156F8F8F7D89}"/>
          </ac:grpSpMkLst>
        </pc:grpChg>
        <pc:grpChg chg="add mod">
          <ac:chgData name="Ryan Kusnadi" userId="4fb58c44f6c6a5cb" providerId="LiveId" clId="{CB48D145-7F78-4649-9ECC-A7A83723D3CB}" dt="2026-10-12T14:36:15.030" v="9626" actId="164"/>
          <ac:grpSpMkLst>
            <pc:docMk/>
            <pc:sldMk cId="4246015871" sldId="304"/>
            <ac:grpSpMk id="82" creationId="{14535990-6915-20EC-CBDD-55379323230B}"/>
          </ac:grpSpMkLst>
        </pc:grpChg>
        <pc:grpChg chg="mod">
          <ac:chgData name="Ryan Kusnadi" userId="4fb58c44f6c6a5cb" providerId="LiveId" clId="{CB48D145-7F78-4649-9ECC-A7A83723D3CB}" dt="2026-10-12T14:36:13.611" v="9625"/>
          <ac:grpSpMkLst>
            <pc:docMk/>
            <pc:sldMk cId="4246015871" sldId="304"/>
            <ac:grpSpMk id="84" creationId="{F55339A8-26A7-3316-B006-2048D4E710A1}"/>
          </ac:grpSpMkLst>
        </pc:grpChg>
        <pc:graphicFrameChg chg="add mod">
          <ac:chgData name="Ryan Kusnadi" userId="4fb58c44f6c6a5cb" providerId="LiveId" clId="{CB48D145-7F78-4649-9ECC-A7A83723D3CB}" dt="2026-10-12T14:36:15.030" v="9626" actId="164"/>
          <ac:graphicFrameMkLst>
            <pc:docMk/>
            <pc:sldMk cId="4246015871" sldId="304"/>
            <ac:graphicFrameMk id="48" creationId="{0797F946-BC19-FEE0-438D-55E5BA9FDEFF}"/>
          </ac:graphicFrameMkLst>
        </pc:graphicFrameChg>
        <pc:cxnChg chg="mod">
          <ac:chgData name="Ryan Kusnadi" userId="4fb58c44f6c6a5cb" providerId="LiveId" clId="{CB48D145-7F78-4649-9ECC-A7A83723D3CB}" dt="2026-10-12T14:36:13.611" v="9625"/>
          <ac:cxnSpMkLst>
            <pc:docMk/>
            <pc:sldMk cId="4246015871" sldId="304"/>
            <ac:cxnSpMk id="83" creationId="{858B2787-B6D6-64F9-E4B7-7503A9F4F6E6}"/>
          </ac:cxnSpMkLst>
        </pc:cxnChg>
      </pc:sldChg>
      <pc:sldChg chg="addSp delSp modSp add mod">
        <pc:chgData name="Ryan Kusnadi" userId="4fb58c44f6c6a5cb" providerId="LiveId" clId="{CB48D145-7F78-4649-9ECC-A7A83723D3CB}" dt="2026-10-15T04:40:52.546" v="18412" actId="20577"/>
        <pc:sldMkLst>
          <pc:docMk/>
          <pc:sldMk cId="3191041250" sldId="305"/>
        </pc:sldMkLst>
        <pc:spChg chg="mod">
          <ac:chgData name="Ryan Kusnadi" userId="4fb58c44f6c6a5cb" providerId="LiveId" clId="{CB48D145-7F78-4649-9ECC-A7A83723D3CB}" dt="2026-10-12T15:51:40.199" v="14815" actId="20577"/>
          <ac:spMkLst>
            <pc:docMk/>
            <pc:sldMk cId="3191041250" sldId="305"/>
            <ac:spMk id="2" creationId="{EF197D73-166F-5F7D-29F6-BDCE6937226D}"/>
          </ac:spMkLst>
        </pc:spChg>
        <pc:spChg chg="mod">
          <ac:chgData name="Ryan Kusnadi" userId="4fb58c44f6c6a5cb" providerId="LiveId" clId="{CB48D145-7F78-4649-9ECC-A7A83723D3CB}" dt="2026-10-12T15:48:05.769" v="14161" actId="20577"/>
          <ac:spMkLst>
            <pc:docMk/>
            <pc:sldMk cId="3191041250" sldId="305"/>
            <ac:spMk id="3" creationId="{11E6ADBD-AFDE-634D-BA7F-33B9BEE76C87}"/>
          </ac:spMkLst>
        </pc:spChg>
        <pc:spChg chg="add mod">
          <ac:chgData name="Ryan Kusnadi" userId="4fb58c44f6c6a5cb" providerId="LiveId" clId="{CB48D145-7F78-4649-9ECC-A7A83723D3CB}" dt="2026-10-15T04:40:28.090" v="18270" actId="14100"/>
          <ac:spMkLst>
            <pc:docMk/>
            <pc:sldMk cId="3191041250" sldId="305"/>
            <ac:spMk id="7" creationId="{CD6BABFC-B18D-8E7B-F48C-56346BA429BF}"/>
          </ac:spMkLst>
        </pc:spChg>
        <pc:spChg chg="mod">
          <ac:chgData name="Ryan Kusnadi" userId="4fb58c44f6c6a5cb" providerId="LiveId" clId="{CB48D145-7F78-4649-9ECC-A7A83723D3CB}" dt="2026-10-15T04:40:28.090" v="18270" actId="14100"/>
          <ac:spMkLst>
            <pc:docMk/>
            <pc:sldMk cId="3191041250" sldId="305"/>
            <ac:spMk id="8" creationId="{563D8B8B-8130-C4C0-1E21-2D4B32889FE1}"/>
          </ac:spMkLst>
        </pc:spChg>
        <pc:spChg chg="add mod">
          <ac:chgData name="Ryan Kusnadi" userId="4fb58c44f6c6a5cb" providerId="LiveId" clId="{CB48D145-7F78-4649-9ECC-A7A83723D3CB}" dt="2026-10-15T04:40:52.546" v="18412" actId="20577"/>
          <ac:spMkLst>
            <pc:docMk/>
            <pc:sldMk cId="3191041250" sldId="305"/>
            <ac:spMk id="10" creationId="{C3F2293B-A796-8F4F-CE62-CB4E7E54C7DA}"/>
          </ac:spMkLst>
        </pc:spChg>
      </pc:sldChg>
      <pc:sldChg chg="modSp add mod">
        <pc:chgData name="Ryan Kusnadi" userId="4fb58c44f6c6a5cb" providerId="LiveId" clId="{CB48D145-7F78-4649-9ECC-A7A83723D3CB}" dt="2026-10-12T15:54:08.554" v="15239" actId="20577"/>
        <pc:sldMkLst>
          <pc:docMk/>
          <pc:sldMk cId="3164282101" sldId="306"/>
        </pc:sldMkLst>
        <pc:spChg chg="mod">
          <ac:chgData name="Ryan Kusnadi" userId="4fb58c44f6c6a5cb" providerId="LiveId" clId="{CB48D145-7F78-4649-9ECC-A7A83723D3CB}" dt="2026-10-12T15:53:15.686" v="14955" actId="20577"/>
          <ac:spMkLst>
            <pc:docMk/>
            <pc:sldMk cId="3164282101" sldId="306"/>
            <ac:spMk id="2" creationId="{5F5815AF-3FFD-DF4C-9141-34F797D26BB1}"/>
          </ac:spMkLst>
        </pc:spChg>
        <pc:spChg chg="mod">
          <ac:chgData name="Ryan Kusnadi" userId="4fb58c44f6c6a5cb" providerId="LiveId" clId="{CB48D145-7F78-4649-9ECC-A7A83723D3CB}" dt="2026-10-12T15:54:08.554" v="15239" actId="20577"/>
          <ac:spMkLst>
            <pc:docMk/>
            <pc:sldMk cId="3164282101" sldId="306"/>
            <ac:spMk id="8" creationId="{A79EEEC4-2F88-EDDD-4EEA-D33AF03ADD84}"/>
          </ac:spMkLst>
        </pc:spChg>
      </pc:sldChg>
      <pc:sldChg chg="modSp add mod">
        <pc:chgData name="Ryan Kusnadi" userId="4fb58c44f6c6a5cb" providerId="LiveId" clId="{CB48D145-7F78-4649-9ECC-A7A83723D3CB}" dt="2026-10-12T15:55:57.174" v="15302" actId="20577"/>
        <pc:sldMkLst>
          <pc:docMk/>
          <pc:sldMk cId="493728335" sldId="307"/>
        </pc:sldMkLst>
        <pc:spChg chg="mod">
          <ac:chgData name="Ryan Kusnadi" userId="4fb58c44f6c6a5cb" providerId="LiveId" clId="{CB48D145-7F78-4649-9ECC-A7A83723D3CB}" dt="2026-10-12T15:55:57.174" v="15302" actId="20577"/>
          <ac:spMkLst>
            <pc:docMk/>
            <pc:sldMk cId="493728335" sldId="307"/>
            <ac:spMk id="8" creationId="{8A8138B6-A741-334B-2EFB-F10FD99C8591}"/>
          </ac:spMkLst>
        </pc:spChg>
      </pc:sldChg>
      <pc:sldChg chg="modSp add mod">
        <pc:chgData name="Ryan Kusnadi" userId="4fb58c44f6c6a5cb" providerId="LiveId" clId="{CB48D145-7F78-4649-9ECC-A7A83723D3CB}" dt="2026-10-12T15:56:13.713" v="15323" actId="20577"/>
        <pc:sldMkLst>
          <pc:docMk/>
          <pc:sldMk cId="3738049775" sldId="308"/>
        </pc:sldMkLst>
        <pc:spChg chg="mod">
          <ac:chgData name="Ryan Kusnadi" userId="4fb58c44f6c6a5cb" providerId="LiveId" clId="{CB48D145-7F78-4649-9ECC-A7A83723D3CB}" dt="2026-10-12T15:56:13.713" v="15323" actId="20577"/>
          <ac:spMkLst>
            <pc:docMk/>
            <pc:sldMk cId="3738049775" sldId="308"/>
            <ac:spMk id="2" creationId="{09FA0C9C-F296-1BC9-83EA-D1E16AAF935E}"/>
          </ac:spMkLst>
        </pc:spChg>
        <pc:spChg chg="mod">
          <ac:chgData name="Ryan Kusnadi" userId="4fb58c44f6c6a5cb" providerId="LiveId" clId="{CB48D145-7F78-4649-9ECC-A7A83723D3CB}" dt="2026-10-12T15:56:09.295" v="15306" actId="20577"/>
          <ac:spMkLst>
            <pc:docMk/>
            <pc:sldMk cId="3738049775" sldId="308"/>
            <ac:spMk id="8" creationId="{5BD088AC-88F5-A595-3766-2033FFD5CEBC}"/>
          </ac:spMkLst>
        </pc:spChg>
      </pc:sldChg>
      <pc:sldChg chg="modSp add mod">
        <pc:chgData name="Ryan Kusnadi" userId="4fb58c44f6c6a5cb" providerId="LiveId" clId="{CB48D145-7F78-4649-9ECC-A7A83723D3CB}" dt="2026-10-12T15:56:37.278" v="15411" actId="20577"/>
        <pc:sldMkLst>
          <pc:docMk/>
          <pc:sldMk cId="2621758327" sldId="309"/>
        </pc:sldMkLst>
        <pc:spChg chg="mod">
          <ac:chgData name="Ryan Kusnadi" userId="4fb58c44f6c6a5cb" providerId="LiveId" clId="{CB48D145-7F78-4649-9ECC-A7A83723D3CB}" dt="2026-10-12T15:56:22.450" v="15359" actId="20577"/>
          <ac:spMkLst>
            <pc:docMk/>
            <pc:sldMk cId="2621758327" sldId="309"/>
            <ac:spMk id="2" creationId="{641E0444-1D85-DBFD-C037-85BE08E8499C}"/>
          </ac:spMkLst>
        </pc:spChg>
        <pc:spChg chg="mod">
          <ac:chgData name="Ryan Kusnadi" userId="4fb58c44f6c6a5cb" providerId="LiveId" clId="{CB48D145-7F78-4649-9ECC-A7A83723D3CB}" dt="2026-10-12T15:56:37.278" v="15411" actId="20577"/>
          <ac:spMkLst>
            <pc:docMk/>
            <pc:sldMk cId="2621758327" sldId="309"/>
            <ac:spMk id="8" creationId="{B2C82EFC-0337-4D20-3EFC-6DDDBFBF662E}"/>
          </ac:spMkLst>
        </pc:spChg>
      </pc:sldChg>
      <pc:sldChg chg="modSp add mod">
        <pc:chgData name="Ryan Kusnadi" userId="4fb58c44f6c6a5cb" providerId="LiveId" clId="{CB48D145-7F78-4649-9ECC-A7A83723D3CB}" dt="2026-10-12T15:56:42.779" v="15423" actId="20577"/>
        <pc:sldMkLst>
          <pc:docMk/>
          <pc:sldMk cId="2304655736" sldId="310"/>
        </pc:sldMkLst>
        <pc:spChg chg="mod">
          <ac:chgData name="Ryan Kusnadi" userId="4fb58c44f6c6a5cb" providerId="LiveId" clId="{CB48D145-7F78-4649-9ECC-A7A83723D3CB}" dt="2026-10-12T15:56:28.627" v="15376" actId="20577"/>
          <ac:spMkLst>
            <pc:docMk/>
            <pc:sldMk cId="2304655736" sldId="310"/>
            <ac:spMk id="2" creationId="{6CA0020E-E556-2E13-36B8-40DAD4A2C73E}"/>
          </ac:spMkLst>
        </pc:spChg>
        <pc:spChg chg="mod">
          <ac:chgData name="Ryan Kusnadi" userId="4fb58c44f6c6a5cb" providerId="LiveId" clId="{CB48D145-7F78-4649-9ECC-A7A83723D3CB}" dt="2026-10-12T15:56:42.779" v="15423" actId="20577"/>
          <ac:spMkLst>
            <pc:docMk/>
            <pc:sldMk cId="2304655736" sldId="310"/>
            <ac:spMk id="8" creationId="{14678C1F-ABEA-79CF-AFC6-28628797F36C}"/>
          </ac:spMkLst>
        </pc:spChg>
      </pc:sldChg>
      <pc:sldChg chg="modSp add del mod">
        <pc:chgData name="Ryan Kusnadi" userId="4fb58c44f6c6a5cb" providerId="LiveId" clId="{CB48D145-7F78-4649-9ECC-A7A83723D3CB}" dt="2026-10-16T10:07:06.112" v="18948"/>
        <pc:sldMkLst>
          <pc:docMk/>
          <pc:sldMk cId="3897336135" sldId="311"/>
        </pc:sldMkLst>
        <pc:spChg chg="mod">
          <ac:chgData name="Ryan Kusnadi" userId="4fb58c44f6c6a5cb" providerId="LiveId" clId="{CB48D145-7F78-4649-9ECC-A7A83723D3CB}" dt="2026-10-16T10:06:11.623" v="18936"/>
          <ac:spMkLst>
            <pc:docMk/>
            <pc:sldMk cId="3897336135" sldId="311"/>
            <ac:spMk id="10" creationId="{C1D05203-02AF-2D60-A32A-7EEE59938CFD}"/>
          </ac:spMkLst>
        </pc:spChg>
        <pc:spChg chg="mod">
          <ac:chgData name="Ryan Kusnadi" userId="4fb58c44f6c6a5cb" providerId="LiveId" clId="{CB48D145-7F78-4649-9ECC-A7A83723D3CB}" dt="2026-10-16T10:06:11.627" v="18937"/>
          <ac:spMkLst>
            <pc:docMk/>
            <pc:sldMk cId="3897336135" sldId="311"/>
            <ac:spMk id="11" creationId="{0EEDAC57-94B2-DBBB-9F43-9F006BE4C70F}"/>
          </ac:spMkLst>
        </pc:spChg>
        <pc:spChg chg="mod">
          <ac:chgData name="Ryan Kusnadi" userId="4fb58c44f6c6a5cb" providerId="LiveId" clId="{CB48D145-7F78-4649-9ECC-A7A83723D3CB}" dt="2026-10-16T10:06:29.893" v="18946"/>
          <ac:spMkLst>
            <pc:docMk/>
            <pc:sldMk cId="3897336135" sldId="311"/>
            <ac:spMk id="28" creationId="{DA60757E-D71F-3C30-7519-C82BA40115A8}"/>
          </ac:spMkLst>
        </pc:spChg>
        <pc:picChg chg="mod">
          <ac:chgData name="Ryan Kusnadi" userId="4fb58c44f6c6a5cb" providerId="LiveId" clId="{CB48D145-7F78-4649-9ECC-A7A83723D3CB}" dt="2026-10-16T10:06:29.888" v="18941"/>
          <ac:picMkLst>
            <pc:docMk/>
            <pc:sldMk cId="3897336135" sldId="311"/>
            <ac:picMk id="14" creationId="{4FFD1F27-B484-AF9C-0930-AA62E0723A26}"/>
          </ac:picMkLst>
        </pc:picChg>
        <pc:picChg chg="mod">
          <ac:chgData name="Ryan Kusnadi" userId="4fb58c44f6c6a5cb" providerId="LiveId" clId="{CB48D145-7F78-4649-9ECC-A7A83723D3CB}" dt="2026-10-16T10:06:29.893" v="18945"/>
          <ac:picMkLst>
            <pc:docMk/>
            <pc:sldMk cId="3897336135" sldId="311"/>
            <ac:picMk id="15" creationId="{A73B642F-02CA-291F-21A6-156053047FD9}"/>
          </ac:picMkLst>
        </pc:picChg>
      </pc:sldChg>
      <pc:sldChg chg="addSp delSp modSp mod">
        <pc:chgData name="Ryan Kusnadi" userId="4fb58c44f6c6a5cb" providerId="LiveId" clId="{CB48D145-7F78-4649-9ECC-A7A83723D3CB}" dt="2026-10-12T08:16:23.294" v="1010" actId="1035"/>
        <pc:sldMkLst>
          <pc:docMk/>
          <pc:sldMk cId="1474712679" sldId="367"/>
        </pc:sldMkLst>
        <pc:spChg chg="add mod">
          <ac:chgData name="Ryan Kusnadi" userId="4fb58c44f6c6a5cb" providerId="LiveId" clId="{CB48D145-7F78-4649-9ECC-A7A83723D3CB}" dt="2026-10-12T08:13:03.103" v="876" actId="478"/>
          <ac:spMkLst>
            <pc:docMk/>
            <pc:sldMk cId="1474712679" sldId="367"/>
            <ac:spMk id="4" creationId="{D629246C-58A2-875E-4813-99F2C01B6169}"/>
          </ac:spMkLst>
        </pc:spChg>
        <pc:spChg chg="mod">
          <ac:chgData name="Ryan Kusnadi" userId="4fb58c44f6c6a5cb" providerId="LiveId" clId="{CB48D145-7F78-4649-9ECC-A7A83723D3CB}" dt="2026-10-12T08:13:26.791" v="943" actId="1036"/>
          <ac:spMkLst>
            <pc:docMk/>
            <pc:sldMk cId="1474712679" sldId="367"/>
            <ac:spMk id="7" creationId="{41A7DBAD-4EDB-EF51-C857-5947A59C1F1B}"/>
          </ac:spMkLst>
        </pc:spChg>
        <pc:spChg chg="mod">
          <ac:chgData name="Ryan Kusnadi" userId="4fb58c44f6c6a5cb" providerId="LiveId" clId="{CB48D145-7F78-4649-9ECC-A7A83723D3CB}" dt="2026-10-12T08:12:43.902" v="873" actId="20577"/>
          <ac:spMkLst>
            <pc:docMk/>
            <pc:sldMk cId="1474712679" sldId="367"/>
            <ac:spMk id="8" creationId="{994D7685-C988-3AB6-7151-F8366EBC202D}"/>
          </ac:spMkLst>
        </pc:spChg>
        <pc:picChg chg="add del mod">
          <ac:chgData name="Ryan Kusnadi" userId="4fb58c44f6c6a5cb" providerId="LiveId" clId="{CB48D145-7F78-4649-9ECC-A7A83723D3CB}" dt="2026-10-12T08:16:23.294" v="1010" actId="1035"/>
          <ac:picMkLst>
            <pc:docMk/>
            <pc:sldMk cId="1474712679" sldId="367"/>
            <ac:picMk id="9" creationId="{C4D19FAB-97FC-F930-76E7-DFDE37AD6044}"/>
          </ac:picMkLst>
        </pc:picChg>
      </pc:sldChg>
      <pc:sldMasterChg chg="modSldLayout">
        <pc:chgData name="Ryan Kusnadi" userId="4fb58c44f6c6a5cb" providerId="LiveId" clId="{CB48D145-7F78-4649-9ECC-A7A83723D3CB}" dt="2026-10-12T08:11:51.597" v="809" actId="14100"/>
        <pc:sldMasterMkLst>
          <pc:docMk/>
          <pc:sldMasterMk cId="0" sldId="2147483699"/>
        </pc:sldMasterMkLst>
        <pc:sldLayoutChg chg="addSp delSp modSp mod">
          <pc:chgData name="Ryan Kusnadi" userId="4fb58c44f6c6a5cb" providerId="LiveId" clId="{CB48D145-7F78-4649-9ECC-A7A83723D3CB}" dt="2026-10-12T08:11:51.597" v="809" actId="14100"/>
          <pc:sldLayoutMkLst>
            <pc:docMk/>
            <pc:sldMasterMk cId="0" sldId="2147483699"/>
            <pc:sldLayoutMk cId="78407710" sldId="2147483702"/>
          </pc:sldLayoutMkLst>
          <pc:spChg chg="add mod ord">
            <ac:chgData name="Ryan Kusnadi" userId="4fb58c44f6c6a5cb" providerId="LiveId" clId="{CB48D145-7F78-4649-9ECC-A7A83723D3CB}" dt="2026-10-12T08:11:51.597" v="809" actId="14100"/>
            <ac:spMkLst>
              <pc:docMk/>
              <pc:sldMasterMk cId="0" sldId="2147483699"/>
              <pc:sldLayoutMk cId="78407710" sldId="2147483702"/>
              <ac:spMk id="9" creationId="{420D66BE-A52D-EA77-BB9E-961CBB18C3B8}"/>
            </ac:spMkLst>
          </pc:spChg>
          <pc:picChg chg="add mod ord modCrop">
            <ac:chgData name="Ryan Kusnadi" userId="4fb58c44f6c6a5cb" providerId="LiveId" clId="{CB48D145-7F78-4649-9ECC-A7A83723D3CB}" dt="2026-10-12T08:11:43.062" v="807" actId="732"/>
            <ac:picMkLst>
              <pc:docMk/>
              <pc:sldMasterMk cId="0" sldId="2147483699"/>
              <pc:sldLayoutMk cId="78407710" sldId="2147483702"/>
              <ac:picMk id="4" creationId="{93A5CB95-63CB-C77C-B05D-D19C30384748}"/>
            </ac:picMkLst>
          </pc:picChg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ratio</c:v>
                </c:pt>
              </c:strCache>
            </c:strRef>
          </c:tx>
          <c:spPr>
            <a:solidFill>
              <a:srgbClr val="083358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08335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6E87A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9B9CC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358FD1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9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950" b="0">
                      <a:solidFill>
                        <a:srgbClr val="161616"/>
                      </a:solidFill>
                      <a:latin typeface="Univers Ligh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SIG reported</c:v>
                </c:pt>
                <c:pt idx="1">
                  <c:v>Excl. customer advances</c:v>
                </c:pt>
                <c:pt idx="2">
                  <c:v>Excl. advances and debt due ≤1y</c:v>
                </c:pt>
                <c:pt idx="3">
                  <c:v>INTP reported</c:v>
                </c:pt>
              </c:strCache>
            </c:strRef>
          </c:cat>
          <c:val>
            <c:numRef>
              <c:f>Sheet1!$B$2:$B$5</c:f>
              <c:numCache>
                <c:formatCode>0.00"x"</c:formatCode>
                <c:ptCount val="4"/>
                <c:pt idx="0">
                  <c:v>1.100614150044815</c:v>
                </c:pt>
                <c:pt idx="1">
                  <c:v>1.221415417861983</c:v>
                </c:pt>
                <c:pt idx="2">
                  <c:v>1.738976038242559</c:v>
                </c:pt>
                <c:pt idx="3">
                  <c:v>1.837311770901234</c:v>
                </c:pt>
              </c:numCache>
            </c:numRef>
          </c:val>
        </c:ser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CDCF0"/>
            </a:solidFill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  <a:latin typeface="Univers Light"/>
              </a:defRPr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ax val="2.3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595959"/>
          </a:solidFill>
          <a:latin typeface="Univers Light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2C4B23-3A91-77A6-AD65-47506409F7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B5E05-051A-9896-E0ED-43318851AD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9551C-E736-3A58-F169-F33FC445B0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96748-9CE0-4D51-9D13-3EC69E571D2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23710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Framing: cash covers interest-bearing debt due within a year 1.09x (INTP 4.13x). Including FY21's short-term investments, FY21 coverage was 1.08x. Quick ratio steady. CFO over current liabilities halved because CFO fell from Rp6.9 T to Rp3.7 T with EBITDA.</a:t>
            </a:r>
          </a:p>
          <a:p>
            <a:r>
              <a:t>Current ratio drivers FY25: excluding customer advances (settled in cement, not cash) the ratio is 1.22x. Excluding debt due within a year as well it is 1.74x, close to INTP 1.84x. Excluding only the debt due gives 1.50x.</a:t>
            </a:r>
          </a:p>
          <a:p>
            <a:r>
              <a:t>Stress test: sources = cash Rp4.6 T + FY25 CFO Rp3.7 T. Uses = debt due Rp4.2 T + capex Rp1.1 T + FY25 dividend Rp0.19 T + minority dividends Rp0.07 T. Coverage 1.49x, 1.29x with CFO 30% lower. Supplier credit: payables 98 days of delivered cost vs INTP 41, every 10 days of tighter terms absorbs about Rp0.8 T.</a:t>
            </a:r>
          </a:p>
          <a:p>
            <a:r>
              <a:t>Dividends: payout 26.4% of FY2023 profit (Rp572 bn), 90.1% of FY2024 (Rp648.7 bn, Bisnis 23 May 2025), 100% of FY2025 (Rp190.8 bn, AGM 8 May 2026, Bareksa). Danantara Asset Management holds 50.69%.</a:t>
            </a:r>
          </a:p>
          <a:p>
            <a:r>
              <a:t>Danantara policy: COO Dony Oskaria said dividends are no longer fixed and follow each holding's RKAP and investment needs (Bisnis, Feb 2026). Under Law 1/2025 SOE dividends go to Danantara, not the state budget, and fund expansion, strategic programs and rescues of troubled SOEs (RCTI+/Okezone, 30 Sep 2026). The payout cut is a hypothesis that Danantara must accept, and as a listed company SIG pays the same rate to public holders.</a:t>
            </a:r>
          </a:p>
          <a:p>
            <a:r>
              <a:t>Precedents: Repsol scrip dividend 2012–2020 (63.6% chose shares in the first round). Temasek underwrote SIA's S$15 bn rights issue and mandatory convertibles (2020). DAM shareholder loan Rp6.65 T to Garuda (June 2025). Jasa Marga KIK-EBA on Jagorawi revenue Rp2 T (2017), Indonesia Power KIK-EBA up to Rp4 T (2017). INA bought Waskita toll stakes Rp5.8 T. Cemex Operation Resilience divestments, S&amp;P investment grade March 2024. Cemex sells about US$755 m of receivables, booked as debt, so securitization is funding, not new liquidity.</a:t>
            </a:r>
          </a:p>
          <a:p>
            <a:r>
              <a:t>Refinancing: PEFINDO affirmed idAAA stable on 11 Aug 2026. SIG cut obligations by Rp2.3 T in Jan–Jul 2026 (Stabilitas). PSAK 201 (IAS 1 para 73): debt with a right at year end to roll over for at least 12 months under an existing facility is non-current.</a:t>
            </a:r>
          </a:p>
          <a:p>
            <a:r>
              <a:t>Explored and not recommended: stock dividend in Indonesia needs a legal check and no recent IDX precedent was found. Reverse factoring to stretch suppliers (Carillion hid up to GBP 498 m this way, Fitch called it a hidden debt loophole). Year-end window dressing.</a:t>
            </a:r>
          </a:p>
        </p:txBody>
      </p:sp>
    </p:spTree>
  </p:cSld>
  <p:clrMapOvr>
    <a:masterClrMapping/>
  </p:clrMapOvr>
</p:note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6_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1A4134E-9B63-A433-A458-0B9A0D22DB7D}"/>
              </a:ext>
            </a:extLst>
          </p:cNvPr>
          <p:cNvSpPr/>
          <p:nvPr userDrawn="1"/>
        </p:nvSpPr>
        <p:spPr>
          <a:xfrm>
            <a:off x="0" y="6489700"/>
            <a:ext cx="12192000" cy="3683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/>
              </a:gs>
            </a:gsLst>
            <a:lin ang="0" scaled="1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3D71A-1176-0019-A3B0-5117BF6C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744197"/>
            <a:ext cx="11160124" cy="705191"/>
          </a:xfrm>
          <a:prstGeom prst="rect">
            <a:avLst/>
          </a:prstGeom>
        </p:spPr>
        <p:txBody>
          <a:bodyPr/>
          <a:lstStyle>
            <a:lvl1pPr>
              <a:defRPr sz="1800" b="1">
                <a:latin typeface="Univers" panose="020B05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B8CEEF2-D612-B1A9-9C8C-9CBA236E4056}"/>
              </a:ext>
            </a:extLst>
          </p:cNvPr>
          <p:cNvSpPr/>
          <p:nvPr userDrawn="1"/>
        </p:nvSpPr>
        <p:spPr>
          <a:xfrm>
            <a:off x="515939" y="387345"/>
            <a:ext cx="192000" cy="192000"/>
          </a:xfrm>
          <a:prstGeom prst="diamond">
            <a:avLst/>
          </a:prstGeom>
          <a:gradFill>
            <a:gsLst>
              <a:gs pos="0">
                <a:schemeClr val="tx1"/>
              </a:gs>
              <a:gs pos="70000">
                <a:schemeClr val="accent2"/>
              </a:gs>
            </a:gsLst>
            <a:lin ang="8100000" scaled="1"/>
          </a:gra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6000" tIns="96000" rIns="96000" bIns="96000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ts val="533"/>
              </a:spcBef>
            </a:pPr>
            <a:endParaRPr lang="en-GB" sz="2000" b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450E46-1CAA-9D12-6EE0-31DF9B5703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939" y="339028"/>
            <a:ext cx="5346700" cy="288635"/>
          </a:xfrm>
          <a:prstGeom prst="rect">
            <a:avLst/>
          </a:prstGeom>
        </p:spPr>
        <p:txBody>
          <a:bodyPr anchor="ctr"/>
          <a:lstStyle>
            <a:lvl1pPr>
              <a:defRPr lang="en-US" sz="1200" b="1" smtClean="0">
                <a:solidFill>
                  <a:schemeClr val="accent1"/>
                </a:solidFill>
                <a:latin typeface="Univers" panose="020B0503020202020204" pitchFamily="34" charset="0"/>
                <a:ea typeface="PMingLiU-ExtB" panose="02020500000000000000" pitchFamily="18" charset="-120"/>
                <a:cs typeface="Poppins"/>
              </a:defRPr>
            </a:lvl1pPr>
            <a:lvl2pPr>
              <a:defRPr lang="en-US" smtClean="0">
                <a:latin typeface="Arial"/>
              </a:defRPr>
            </a:lvl2pPr>
            <a:lvl3pPr>
              <a:defRPr lang="en-US" smtClean="0">
                <a:latin typeface="Arial"/>
              </a:defRPr>
            </a:lvl3pPr>
            <a:lvl4pPr>
              <a:defRPr lang="en-US" smtClean="0">
                <a:latin typeface="Arial"/>
              </a:defRPr>
            </a:lvl4pPr>
            <a:lvl5pPr>
              <a:defRPr lang="en-ID">
                <a:latin typeface="Arial"/>
              </a:defRPr>
            </a:lvl5pPr>
          </a:lstStyle>
          <a:p>
            <a:pPr lvl="0"/>
            <a:r>
              <a:rPr lang="en-US"/>
              <a:t>Tracker</a:t>
            </a:r>
            <a:endParaRPr lang="en-ID"/>
          </a:p>
        </p:txBody>
      </p:sp>
      <p:sp>
        <p:nvSpPr>
          <p:cNvPr id="14" name="Slide Number Placeholder 35">
            <a:extLst>
              <a:ext uri="{FF2B5EF4-FFF2-40B4-BE49-F238E27FC236}">
                <a16:creationId xmlns:a16="http://schemas.microsoft.com/office/drawing/2014/main" id="{26A7FFEF-63F2-1FEA-CD6B-5A9394A5B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8384" y="6595609"/>
            <a:ext cx="517679" cy="18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E1F31"/>
                </a:solidFill>
                <a:latin typeface="Univers" panose="020B0503020202020204" pitchFamily="34" charset="0"/>
              </a:defRPr>
            </a:lvl1pPr>
          </a:lstStyle>
          <a:p>
            <a:fld id="{5927C8ED-2499-455D-815A-8FC10D954B50}" type="slidenum">
              <a:rPr lang="en-ID" b="1" smtClean="0"/>
              <a:pPr/>
              <a:t>‹#›</a:t>
            </a:fld>
            <a:endParaRPr lang="en-ID" b="1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E8BC438-75BF-FA74-2DB9-9518048868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6558846"/>
            <a:ext cx="6480000" cy="252000"/>
          </a:xfrm>
          <a:prstGeom prst="rect">
            <a:avLst/>
          </a:prstGeom>
        </p:spPr>
        <p:txBody>
          <a:bodyPr anchor="b"/>
          <a:lstStyle>
            <a:lvl1pPr>
              <a:defRPr sz="800">
                <a:solidFill>
                  <a:schemeClr val="bg1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lvl="0"/>
            <a:r>
              <a:rPr lang="en-US"/>
              <a:t>Source:</a:t>
            </a:r>
            <a:endParaRPr lang="en-ID"/>
          </a:p>
        </p:txBody>
      </p:sp>
      <p:pic>
        <p:nvPicPr>
          <p:cNvPr id="8" name="Google Shape;216;p55">
            <a:extLst>
              <a:ext uri="{FF2B5EF4-FFF2-40B4-BE49-F238E27FC236}">
                <a16:creationId xmlns:a16="http://schemas.microsoft.com/office/drawing/2014/main" id="{8A2DDB1F-9FBA-438D-AA43-ABEC333D55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5199" t="37033" r="15206" b="36973"/>
          <a:stretch/>
        </p:blipFill>
        <p:spPr>
          <a:xfrm>
            <a:off x="10375965" y="6535250"/>
            <a:ext cx="742191" cy="2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raphic 6" descr="SIG (company) - Wikipedia">
            <a:extLst>
              <a:ext uri="{FF2B5EF4-FFF2-40B4-BE49-F238E27FC236}">
                <a16:creationId xmlns:a16="http://schemas.microsoft.com/office/drawing/2014/main" id="{709DD92E-F7B3-0F67-0AE5-1B877360BD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6280" y="218758"/>
            <a:ext cx="573186" cy="32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74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38BD782C-DDD6-48ED-296B-47AC5452CF2A}"/>
              </a:ext>
            </a:extLst>
          </p:cNvPr>
          <p:cNvSpPr/>
          <p:nvPr userDrawn="1"/>
        </p:nvSpPr>
        <p:spPr>
          <a:xfrm>
            <a:off x="-1522096" y="368374"/>
            <a:ext cx="1168400" cy="62738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53C45C-C17E-4BCA-C291-74C91FD32D2F}"/>
              </a:ext>
            </a:extLst>
          </p:cNvPr>
          <p:cNvSpPr txBox="1"/>
          <p:nvPr userDrawn="1"/>
        </p:nvSpPr>
        <p:spPr>
          <a:xfrm>
            <a:off x="-1522095" y="34080"/>
            <a:ext cx="1168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Univers LT Std 55" panose="020B0604020202020204" charset="0"/>
                <a:cs typeface="Univers LT Std 55" panose="020B0604020202020204" charset="0"/>
              </a:rPr>
              <a:t>COLOR CODE</a:t>
            </a:r>
            <a:endParaRPr lang="en-ID" sz="1100" b="1">
              <a:latin typeface="Univers LT Std 55" panose="020B0604020202020204" charset="0"/>
              <a:cs typeface="Univers LT Std 55" panose="020B060402020202020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5B7CD50-044F-3CA5-99A9-43FFF2C452E2}"/>
              </a:ext>
            </a:extLst>
          </p:cNvPr>
          <p:cNvSpPr/>
          <p:nvPr userDrawn="1"/>
        </p:nvSpPr>
        <p:spPr>
          <a:xfrm>
            <a:off x="-951264" y="520774"/>
            <a:ext cx="457200" cy="440193"/>
          </a:xfrm>
          <a:prstGeom prst="rect">
            <a:avLst/>
          </a:prstGeom>
          <a:solidFill>
            <a:srgbClr val="0F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49D6E1A-B971-C79C-FC16-C89D5DD7F818}"/>
              </a:ext>
            </a:extLst>
          </p:cNvPr>
          <p:cNvSpPr/>
          <p:nvPr userDrawn="1"/>
        </p:nvSpPr>
        <p:spPr>
          <a:xfrm>
            <a:off x="-951264" y="1121098"/>
            <a:ext cx="457200" cy="440193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BD806F-DCAD-9AE6-8EC4-4B7923E9D78C}"/>
              </a:ext>
            </a:extLst>
          </p:cNvPr>
          <p:cNvSpPr/>
          <p:nvPr userDrawn="1"/>
        </p:nvSpPr>
        <p:spPr>
          <a:xfrm>
            <a:off x="-951264" y="1721422"/>
            <a:ext cx="457200" cy="440193"/>
          </a:xfrm>
          <a:prstGeom prst="rect">
            <a:avLst/>
          </a:prstGeom>
          <a:solidFill>
            <a:srgbClr val="1E64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D7E54DE-165A-CDC9-85BF-137AECCBD9DF}"/>
              </a:ext>
            </a:extLst>
          </p:cNvPr>
          <p:cNvSpPr/>
          <p:nvPr userDrawn="1"/>
        </p:nvSpPr>
        <p:spPr>
          <a:xfrm>
            <a:off x="-951264" y="2321746"/>
            <a:ext cx="457200" cy="440193"/>
          </a:xfrm>
          <a:prstGeom prst="rect">
            <a:avLst/>
          </a:prstGeom>
          <a:solidFill>
            <a:srgbClr val="368F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283F277-8E53-7CFB-C881-0B333F2F1088}"/>
              </a:ext>
            </a:extLst>
          </p:cNvPr>
          <p:cNvSpPr/>
          <p:nvPr userDrawn="1"/>
        </p:nvSpPr>
        <p:spPr>
          <a:xfrm>
            <a:off x="-951264" y="2915252"/>
            <a:ext cx="457200" cy="440193"/>
          </a:xfrm>
          <a:prstGeom prst="rect">
            <a:avLst/>
          </a:prstGeom>
          <a:solidFill>
            <a:srgbClr val="69C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1D9A5B-E84D-A0B9-B749-FD0A0345068B}"/>
              </a:ext>
            </a:extLst>
          </p:cNvPr>
          <p:cNvSpPr/>
          <p:nvPr userDrawn="1"/>
        </p:nvSpPr>
        <p:spPr>
          <a:xfrm>
            <a:off x="-951264" y="3508758"/>
            <a:ext cx="457200" cy="440193"/>
          </a:xfrm>
          <a:prstGeom prst="rect">
            <a:avLst/>
          </a:prstGeom>
          <a:solidFill>
            <a:srgbClr val="595A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0AE0BC-B8F5-634A-396E-6E53675A4F01}"/>
              </a:ext>
            </a:extLst>
          </p:cNvPr>
          <p:cNvSpPr/>
          <p:nvPr userDrawn="1"/>
        </p:nvSpPr>
        <p:spPr>
          <a:xfrm>
            <a:off x="-951264" y="4102264"/>
            <a:ext cx="457200" cy="440193"/>
          </a:xfrm>
          <a:prstGeom prst="rect">
            <a:avLst/>
          </a:prstGeom>
          <a:solidFill>
            <a:srgbClr val="DB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8EB35BF9-18BB-0541-A34C-558B3171B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51264" y="4695770"/>
            <a:ext cx="457200" cy="1819404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12E7786-8511-10D3-9505-80876E882211}"/>
              </a:ext>
            </a:extLst>
          </p:cNvPr>
          <p:cNvSpPr txBox="1"/>
          <p:nvPr userDrawn="1"/>
        </p:nvSpPr>
        <p:spPr>
          <a:xfrm rot="16200000">
            <a:off x="-1888039" y="1809836"/>
            <a:ext cx="118173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Primary Colors</a:t>
            </a:r>
            <a:endParaRPr lang="en-ID" sz="1067" b="1">
              <a:latin typeface="Ambit "/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1617C5DC-D9E5-ED87-57ED-5E6A8B097DF3}"/>
              </a:ext>
            </a:extLst>
          </p:cNvPr>
          <p:cNvCxnSpPr>
            <a:cxnSpLocks/>
            <a:stCxn id="75" idx="1"/>
            <a:endCxn id="79" idx="1"/>
          </p:cNvCxnSpPr>
          <p:nvPr userDrawn="1"/>
        </p:nvCxnSpPr>
        <p:spPr>
          <a:xfrm rot="10800000" flipV="1">
            <a:off x="-951264" y="740870"/>
            <a:ext cx="8467" cy="2394478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D3E2F2B-DA2C-CF60-E2AA-BA214CBAE2E4}"/>
              </a:ext>
            </a:extLst>
          </p:cNvPr>
          <p:cNvCxnSpPr>
            <a:cxnSpLocks/>
            <a:stCxn id="80" idx="1"/>
            <a:endCxn id="81" idx="1"/>
          </p:cNvCxnSpPr>
          <p:nvPr userDrawn="1"/>
        </p:nvCxnSpPr>
        <p:spPr>
          <a:xfrm rot="10800000" flipV="1">
            <a:off x="-951264" y="3728854"/>
            <a:ext cx="8467" cy="593506"/>
          </a:xfrm>
          <a:prstGeom prst="bentConnector3">
            <a:avLst>
              <a:gd name="adj1" fmla="val 1800000"/>
            </a:avLst>
          </a:prstGeom>
          <a:ln>
            <a:solidFill>
              <a:srgbClr val="595A5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80FD0419-C669-B024-2DBC-0CBA2CAF000B}"/>
              </a:ext>
            </a:extLst>
          </p:cNvPr>
          <p:cNvSpPr txBox="1"/>
          <p:nvPr userDrawn="1"/>
        </p:nvSpPr>
        <p:spPr>
          <a:xfrm rot="16200000">
            <a:off x="-1973000" y="3856623"/>
            <a:ext cx="1351652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Secondary Colors</a:t>
            </a:r>
            <a:endParaRPr lang="en-ID" sz="1067" b="1">
              <a:latin typeface="Ambit 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A57281-FCD6-917E-2813-3DDF7716BE5F}"/>
              </a:ext>
            </a:extLst>
          </p:cNvPr>
          <p:cNvSpPr txBox="1"/>
          <p:nvPr userDrawn="1"/>
        </p:nvSpPr>
        <p:spPr>
          <a:xfrm rot="16200000">
            <a:off x="-2247111" y="5477200"/>
            <a:ext cx="1899879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67" b="1">
                <a:latin typeface="Ambit "/>
              </a:rPr>
              <a:t>For Highlighting Purposes</a:t>
            </a:r>
            <a:endParaRPr lang="en-ID" sz="1067" b="1">
              <a:latin typeface="Ambit 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29DA16-0ADD-F41D-0073-FD8ACF62D648}"/>
              </a:ext>
            </a:extLst>
          </p:cNvPr>
          <p:cNvSpPr/>
          <p:nvPr userDrawn="1"/>
        </p:nvSpPr>
        <p:spPr>
          <a:xfrm>
            <a:off x="-951265" y="4102264"/>
            <a:ext cx="457200" cy="4401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4BCD32-9AC1-D2AF-7535-19192E1734FD}"/>
              </a:ext>
            </a:extLst>
          </p:cNvPr>
          <p:cNvSpPr/>
          <p:nvPr userDrawn="1"/>
        </p:nvSpPr>
        <p:spPr>
          <a:xfrm>
            <a:off x="-722665" y="4102264"/>
            <a:ext cx="80917" cy="4401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47DD2-F09F-A3CE-04F3-44DBDEE033BE}"/>
              </a:ext>
            </a:extLst>
          </p:cNvPr>
          <p:cNvSpPr/>
          <p:nvPr userDrawn="1"/>
        </p:nvSpPr>
        <p:spPr>
          <a:xfrm>
            <a:off x="-574982" y="4102264"/>
            <a:ext cx="80917" cy="4401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A568F-4ADB-15A6-FF8C-5003AC4C64C6}"/>
              </a:ext>
            </a:extLst>
          </p:cNvPr>
          <p:cNvSpPr/>
          <p:nvPr userDrawn="1"/>
        </p:nvSpPr>
        <p:spPr>
          <a:xfrm>
            <a:off x="-648824" y="4102264"/>
            <a:ext cx="80917" cy="4401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33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en-ID" sz="2933" b="0" i="0" u="none" strike="noStrike" cap="none" dirty="0">
          <a:solidFill>
            <a:srgbClr val="0E1F31"/>
          </a:solidFill>
          <a:latin typeface="Ambit Light" pitchFamily="2" charset="77"/>
          <a:ea typeface="PMingLiU-ExtB" panose="02020500000000000000" pitchFamily="18" charset="-120"/>
          <a:cs typeface="Poppi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5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67">
          <p15:clr>
            <a:srgbClr val="F26B43"/>
          </p15:clr>
        </p15:guide>
        <p15:guide id="5" orient="horz" pos="913">
          <p15:clr>
            <a:srgbClr val="F26B43"/>
          </p15:clr>
        </p15:guide>
        <p15:guide id="6" orient="horz" pos="1026">
          <p15:clr>
            <a:srgbClr val="F26B43"/>
          </p15:clr>
        </p15:guide>
        <p15:guide id="7" orient="horz" pos="4088">
          <p15:clr>
            <a:srgbClr val="F26B43"/>
          </p15:clr>
        </p15:guide>
      </p15:sldGuideLst>
    </p:ext>
  </p:extLst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65D47-5DAC-F660-D6C9-E7731E57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0D06-1AA7-0317-CE05-6BD8253A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Liquidity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87493-E816-86B0-E050-1D90074DB80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Financial Analysis – Liquidity Analysis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8B83F-94A2-A692-BC0A-E9AD12200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927C8ED-2499-455D-815A-8FC10D954B50}" type="slidenum">
              <a:rPr lang="en-ID" b="1" smtClean="0"/>
              <a:pPr/>
              <a:t>13</a:t>
            </a:fld>
            <a:endParaRPr lang="en-ID" b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5219E-E655-76D7-0AE0-2E511B10B3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6558846"/>
            <a:ext cx="9517062" cy="252000"/>
          </a:xfrm>
        </p:spPr>
        <p:txBody>
          <a:bodyPr/>
          <a:lstStyle/>
          <a:p>
            <a:pPr algn="l">
              <a:spcAft>
                <a:spcPts val="0"/>
              </a:spcAft>
              <a:buNone/>
            </a:pPr>
            <a:r>
              <a:rPr sz="800" b="0" i="0">
                <a:solidFill>
                  <a:srgbClr val="7F7F7F"/>
                </a:solidFill>
                <a:latin typeface="Univers Light"/>
              </a:rPr>
              <a:t>Note: debt due ≤1 year = interest-bearing debt (bank, bonds, short-term loans, leases) due within 12 months. Quick ratio = (current assets – inventory) ÷ current liabilities. CFO includes interest paid for both. ¹ INTP: customer deposits. Source: SIG and INTP audited financial statements FY2021–2025, company disclosures, PEFINDO, press reports, Skha analysis</a:t>
            </a:r>
            <a:endParaRPr lang="en-ID"/>
          </a:p>
        </p:txBody>
      </p:sp>
      <p:sp>
        <p:nvSpPr>
          <p:cNvPr id="6" name="TextBox 5"/>
          <p:cNvSpPr txBox="1"/>
          <p:nvPr/>
        </p:nvSpPr>
        <p:spPr>
          <a:xfrm>
            <a:off x="515620" y="1447800"/>
            <a:ext cx="2921000" cy="381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Liquidity buffers held up, but cash generation halved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5620" y="1866900"/>
            <a:ext cx="292100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5620" y="1902460"/>
            <a:ext cx="292100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Liquidity ratios,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220" y="2120900"/>
            <a:ext cx="53340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SIG FY21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5620" y="2120900"/>
            <a:ext cx="53340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SIG FY25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9020" y="2120900"/>
            <a:ext cx="50800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7020" y="2120900"/>
            <a:ext cx="60960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INTP FY25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5620" y="2324100"/>
            <a:ext cx="29210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15620" y="2324100"/>
            <a:ext cx="6858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Cash ÷ debt due ≤1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220" y="2324100"/>
            <a:ext cx="5334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0.74x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5620" y="2324100"/>
            <a:ext cx="5334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1.09x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9020" y="2324100"/>
            <a:ext cx="5080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+10.2%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7020" y="2324100"/>
            <a:ext cx="6096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4.13x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5620" y="2730500"/>
            <a:ext cx="292100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15620" y="2730500"/>
            <a:ext cx="6858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Quick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220" y="2730500"/>
            <a:ext cx="5334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0.77x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5620" y="2730500"/>
            <a:ext cx="5334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0.79x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19020" y="2730500"/>
            <a:ext cx="5080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+0.5%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7020" y="2730500"/>
            <a:ext cx="6096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1.48x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5620" y="3136900"/>
            <a:ext cx="292100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515620" y="3136900"/>
            <a:ext cx="6858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CFO ÷ current liabilities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220" y="3136900"/>
            <a:ext cx="5334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0.47x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5620" y="3136900"/>
            <a:ext cx="5334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0.24x</a:t>
            </a:r>
            <a:r>
              <a:rPr sz="700" b="0" i="0">
                <a:solidFill>
                  <a:srgbClr val="161616"/>
                </a:solidFill>
                <a:latin typeface="Arial"/>
              </a:rPr>
              <a:t> 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9020" y="3136900"/>
            <a:ext cx="5080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–15.9%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7020" y="3136900"/>
            <a:ext cx="6096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0.60x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5620" y="3543300"/>
            <a:ext cx="292100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515620" y="3670300"/>
            <a:ext cx="2921000" cy="26035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dash"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920" y="3759200"/>
            <a:ext cx="2692400" cy="2451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  <a:buNone/>
            </a:pPr>
            <a:r>
              <a:rPr sz="1100" b="1" i="0">
                <a:solidFill>
                  <a:srgbClr val="0F1F33"/>
                </a:solidFill>
                <a:latin typeface="Univers Light"/>
              </a:rPr>
              <a:t>Key takeaways: where the risk sits</a:t>
            </a:r>
          </a:p>
          <a:p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161616"/>
                </a:solidFill>
                <a:latin typeface="Univers Light"/>
              </a:rPr>
              <a:t>1. Buffers hold, but thinner than in FY22. </a:t>
            </a:r>
            <a:r>
              <a:rPr sz="1000" b="0" i="0">
                <a:solidFill>
                  <a:srgbClr val="161616"/>
                </a:solidFill>
                <a:latin typeface="Univers Light"/>
              </a:rPr>
              <a:t>Cash covers debt due within a year 1.1x and the quick ratio is 0.8x (1.0x in FY22).</a:t>
            </a:r>
          </a:p>
          <a:p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161616"/>
                </a:solidFill>
                <a:latin typeface="Univers Light"/>
              </a:rPr>
              <a:t>2. The risk is cash generation. </a:t>
            </a:r>
            <a:r>
              <a:rPr sz="1000" b="0" i="0">
                <a:solidFill>
                  <a:srgbClr val="161616"/>
                </a:solidFill>
                <a:latin typeface="Univers Light"/>
              </a:rPr>
              <a:t>CFO per rupiah of current liabilities halved (0.47x → 0.24x) as EBITDA fell from Rp8.6 T to Rp4.5 T, while debt due within a year nearly doubled to Rp4.2 T.</a:t>
            </a:r>
          </a:p>
          <a:p>
            <a:pPr algn="l">
              <a:spcAft>
                <a:spcPts val="0"/>
              </a:spcAft>
              <a:buNone/>
            </a:pPr>
            <a:r>
              <a:rPr sz="1000" b="1" i="0">
                <a:solidFill>
                  <a:srgbClr val="161616"/>
                </a:solidFill>
                <a:latin typeface="Univers Light"/>
              </a:rPr>
              <a:t>3. Thin cushion. </a:t>
            </a:r>
            <a:r>
              <a:rPr sz="1000" b="0" i="0">
                <a:solidFill>
                  <a:srgbClr val="161616"/>
                </a:solidFill>
                <a:latin typeface="Univers Light"/>
              </a:rPr>
              <a:t>Cash plus a year of CFO covers maturities, capex and dividends 1.5x, only 1.3x if CFO falls another 30%. SIG also leans on supplier credit (98 days vs INTP 41).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9500" y="1447800"/>
            <a:ext cx="8058150" cy="381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SIG's current ratio (1.10x vs INTP 1.84x) is held down by Rp4.2 T of debt due within a year and Rp1.6 T of customer prepayments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19500" y="1866900"/>
            <a:ext cx="805815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3619500" y="1902460"/>
            <a:ext cx="805815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Current ratio FY25, reported and adjusted, 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1902460"/>
            <a:ext cx="3676650" cy="165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1050" b="0" i="0">
                <a:solidFill>
                  <a:srgbClr val="161616"/>
                </a:solidFill>
                <a:latin typeface="Univers Light"/>
              </a:rPr>
              <a:t>Current liabilities and cash, Rp T</a:t>
            </a:r>
          </a:p>
        </p:txBody>
      </p:sp>
      <p:graphicFrame>
        <p:nvGraphicFramePr>
          <p:cNvPr id="38" name="Chart current ratio"/>
          <p:cNvGraphicFramePr>
            <a:graphicFrameLocks noGrp="1"/>
          </p:cNvGraphicFramePr>
          <p:nvPr/>
        </p:nvGraphicFramePr>
        <p:xfrm>
          <a:off x="3619500" y="2082800"/>
          <a:ext cx="4191000" cy="152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436100" y="2082800"/>
            <a:ext cx="73660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SIG FY21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2700" y="2082800"/>
            <a:ext cx="73660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SIG FY25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09300" y="2082800"/>
            <a:ext cx="768350" cy="1778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Aft>
                <a:spcPts val="0"/>
              </a:spcAft>
              <a:buNone/>
            </a:pPr>
            <a:r>
              <a:rPr sz="825" b="0" i="0">
                <a:solidFill>
                  <a:srgbClr val="7F7F7F"/>
                </a:solidFill>
                <a:latin typeface="Univers Light"/>
              </a:rPr>
              <a:t>INTP FY25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01000" y="2286000"/>
            <a:ext cx="367665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8001000" y="2286000"/>
            <a:ext cx="13843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Debt due ≤1 year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36100" y="22860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4.0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72700" y="22860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4.2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09300" y="2286000"/>
            <a:ext cx="76835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1.4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01000" y="2501900"/>
            <a:ext cx="36766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8001000" y="2501900"/>
            <a:ext cx="13843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Trade payables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36100" y="25019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7.9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72700" y="25019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7.8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09300" y="2501900"/>
            <a:ext cx="76835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1.6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01000" y="2717800"/>
            <a:ext cx="36766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8001000" y="2717800"/>
            <a:ext cx="13843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Customer advances¹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36100" y="27178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72700" y="27178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1.6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09300" y="2717800"/>
            <a:ext cx="76835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0.1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001000" y="2933700"/>
            <a:ext cx="36766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8001000" y="2933700"/>
            <a:ext cx="13843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Accruals &amp; other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36100" y="29337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2.7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72700" y="29337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2.2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09300" y="2933700"/>
            <a:ext cx="76835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3.0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001000" y="3149600"/>
            <a:ext cx="36766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8001000" y="3149600"/>
            <a:ext cx="13843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Current liabilities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36100" y="31496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14.6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72700" y="31496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15.8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09300" y="3149600"/>
            <a:ext cx="76835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6.1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001000" y="3365500"/>
            <a:ext cx="36766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8001000" y="3365500"/>
            <a:ext cx="13843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161616"/>
                </a:solidFill>
                <a:latin typeface="Univers Light"/>
              </a:rPr>
              <a:t>Memo: cash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36100" y="33655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3.0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72700" y="3365500"/>
            <a:ext cx="73660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1" i="0">
                <a:solidFill>
                  <a:srgbClr val="161616"/>
                </a:solidFill>
                <a:latin typeface="Univers Light"/>
              </a:rPr>
              <a:t>4.6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09300" y="3365500"/>
            <a:ext cx="768350" cy="215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0"/>
              </a:spcAft>
              <a:buNone/>
            </a:pPr>
            <a:r>
              <a:rPr sz="950" b="0" i="0">
                <a:solidFill>
                  <a:srgbClr val="161616"/>
                </a:solidFill>
                <a:latin typeface="Univers Light"/>
              </a:rPr>
              <a:t>5.9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001000" y="3581400"/>
            <a:ext cx="36766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3619500" y="3759200"/>
            <a:ext cx="8058150" cy="203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61616"/>
                </a:solidFill>
                <a:latin typeface="Univers Light"/>
              </a:rPr>
              <a:t>Protect the buffer with a cash-linked dividend now, and keep AAA refinancing ready (hypotheses, feasibility checked)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3619500" y="4000500"/>
            <a:ext cx="8058150" cy="0"/>
          </a:xfrm>
          <a:prstGeom prst="line">
            <a:avLst/>
          </a:prstGeom>
          <a:ln w="19050">
            <a:solidFill>
              <a:srgbClr val="1E64B0"/>
            </a:solidFill>
          </a:ln>
        </p:spPr>
      </p:cxnSp>
      <p:sp>
        <p:nvSpPr>
          <p:cNvPr id="75" name="Rectangle 74"/>
          <p:cNvSpPr/>
          <p:nvPr/>
        </p:nvSpPr>
        <p:spPr>
          <a:xfrm>
            <a:off x="3619500" y="4064000"/>
            <a:ext cx="2387600" cy="190500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txBody>
          <a:bodyPr rtlCol="0" anchor="ctr" lIns="50800" rIns="0" tIns="0" bIns="0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Univers Light"/>
              </a:rPr>
              <a:t>Lever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2500" y="4064000"/>
            <a:ext cx="2336800" cy="190500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txBody>
          <a:bodyPr rtlCol="0" anchor="ctr" lIns="50800" rIns="0" tIns="0" bIns="0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Univers Light"/>
              </a:rPr>
              <a:t>How, incl. financial engineering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94700" y="4064000"/>
            <a:ext cx="711200" cy="190500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txBody>
          <a:bodyPr rtlCol="0" anchor="ctr" lIns="50800" rIns="0" tIns="0" bIns="0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Univers Light"/>
              </a:rPr>
              <a:t>Feasibility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31300" y="4064000"/>
            <a:ext cx="2546350" cy="190500"/>
          </a:xfrm>
          <a:prstGeom prst="rect">
            <a:avLst/>
          </a:prstGeom>
          <a:solidFill>
            <a:srgbClr val="12274C"/>
          </a:solidFill>
          <a:ln>
            <a:noFill/>
          </a:ln>
        </p:spPr>
        <p:txBody>
          <a:bodyPr rtlCol="0" anchor="ctr" lIns="50800" rIns="0" tIns="0" bIns="0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Univers Light"/>
              </a:rPr>
              <a:t>Precedent or evidence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70300" y="4267200"/>
            <a:ext cx="23114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1E64B0"/>
                </a:solidFill>
                <a:latin typeface="Univers Light"/>
              </a:rPr>
              <a:t>Now  </a:t>
            </a:r>
            <a:r>
              <a:rPr sz="850" b="1" i="0">
                <a:solidFill>
                  <a:srgbClr val="161616"/>
                </a:solidFill>
                <a:latin typeface="Univers Light"/>
              </a:rPr>
              <a:t>Tie dividends to cash coverage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3300" y="4267200"/>
            <a:ext cx="2260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Pay out only while cash ≥ debt due in 12 months, scaled to FCF. Scrip if needed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445500" y="4349750"/>
            <a:ext cx="635000" cy="165100"/>
          </a:xfrm>
          <a:prstGeom prst="roundRect">
            <a:avLst>
              <a:gd name="adj" fmla="val 50000"/>
            </a:avLst>
          </a:prstGeom>
          <a:solidFill>
            <a:srgbClr val="C3E8F9"/>
          </a:solidFill>
          <a:ln>
            <a:noFill/>
          </a:ln>
        </p:spPr>
        <p:txBody>
          <a:bodyPr rtlCol="0" anchor="ctr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sz="850" b="1" i="0">
                <a:solidFill>
                  <a:srgbClr val="0F1F33"/>
                </a:solidFill>
                <a:latin typeface="Univers Light"/>
              </a:rPr>
              <a:t>Medium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82100" y="4267200"/>
            <a:ext cx="244475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Payout 26% → 90% → 100% (FY23–25). Danantara: payout follows each holding's RKAP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619500" y="4610100"/>
            <a:ext cx="80581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3670300" y="4622800"/>
            <a:ext cx="23114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1E64B0"/>
                </a:solidFill>
                <a:latin typeface="Univers Light"/>
              </a:rPr>
              <a:t>Now  </a:t>
            </a:r>
            <a:r>
              <a:rPr sz="850" b="1" i="0">
                <a:solidFill>
                  <a:srgbClr val="161616"/>
                </a:solidFill>
                <a:latin typeface="Univers Light"/>
              </a:rPr>
              <a:t>Release cash inside the group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83300" y="4622800"/>
            <a:ext cx="2260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Extend cash pooling to every unit, factor receivables, grow customer deposits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45500" y="4705350"/>
            <a:ext cx="635000" cy="165100"/>
          </a:xfrm>
          <a:prstGeom prst="roundRect">
            <a:avLst>
              <a:gd name="adj" fmla="val 50000"/>
            </a:avLst>
          </a:prstGeom>
          <a:solidFill>
            <a:srgbClr val="1E64B0"/>
          </a:solidFill>
          <a:ln>
            <a:noFill/>
          </a:ln>
        </p:spPr>
        <p:txBody>
          <a:bodyPr rtlCol="0" anchor="ctr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Univers Light"/>
              </a:rPr>
              <a:t>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2100" y="4622800"/>
            <a:ext cx="244475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SIG already pools cash with BNI (2019). Entity streamlining under way since May 2026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19500" y="4965700"/>
            <a:ext cx="8058150" cy="0"/>
          </a:xfrm>
          <a:prstGeom prst="line">
            <a:avLst/>
          </a:prstGeom>
          <a:ln w="9525">
            <a:solidFill>
              <a:srgbClr val="C2C2C2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3670300" y="4978400"/>
            <a:ext cx="23114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1E64B0"/>
                </a:solidFill>
                <a:latin typeface="Univers Light"/>
              </a:rPr>
              <a:t>Next  </a:t>
            </a:r>
            <a:r>
              <a:rPr sz="850" b="1" i="0">
                <a:solidFill>
                  <a:srgbClr val="161616"/>
                </a:solidFill>
                <a:latin typeface="Univers Light"/>
              </a:rPr>
              <a:t>Recycle non-core assets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83300" y="4978400"/>
            <a:ext cx="2260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Sell minority stakes or securitize receivables, keep control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445500" y="5060950"/>
            <a:ext cx="635000" cy="165100"/>
          </a:xfrm>
          <a:prstGeom prst="roundRect">
            <a:avLst>
              <a:gd name="adj" fmla="val 50000"/>
            </a:avLst>
          </a:prstGeom>
          <a:solidFill>
            <a:srgbClr val="C3E8F9"/>
          </a:solidFill>
          <a:ln>
            <a:noFill/>
          </a:ln>
        </p:spPr>
        <p:txBody>
          <a:bodyPr rtlCol="0" anchor="ctr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sz="850" b="1" i="0">
                <a:solidFill>
                  <a:srgbClr val="0F1F33"/>
                </a:solidFill>
                <a:latin typeface="Univers Light"/>
              </a:rPr>
              <a:t>Medium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2100" y="4978400"/>
            <a:ext cx="244475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Jasa Marga KIK-EBA Rp2 T (2017). Cemex divested, back to investment grade (2024)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619500" y="5321300"/>
            <a:ext cx="8058150" cy="0"/>
          </a:xfrm>
          <a:prstGeom prst="line">
            <a:avLst/>
          </a:prstGeom>
          <a:ln w="9525">
            <a:solidFill>
              <a:srgbClr val="C2C2C2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3670300" y="5334000"/>
            <a:ext cx="23114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1E64B0"/>
                </a:solidFill>
                <a:latin typeface="Univers Light"/>
              </a:rPr>
              <a:t>If needed  </a:t>
            </a:r>
            <a:r>
              <a:rPr sz="850" b="1" i="0">
                <a:solidFill>
                  <a:srgbClr val="161616"/>
                </a:solidFill>
                <a:latin typeface="Univers Light"/>
              </a:rPr>
              <a:t>Refinance early on the idAAA rating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83300" y="5334000"/>
            <a:ext cx="2260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Term out bank debt, add committed rollover lines (debt turns non-current, PSAK 201)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445500" y="5416550"/>
            <a:ext cx="635000" cy="165100"/>
          </a:xfrm>
          <a:prstGeom prst="roundRect">
            <a:avLst>
              <a:gd name="adj" fmla="val 50000"/>
            </a:avLst>
          </a:prstGeom>
          <a:solidFill>
            <a:srgbClr val="1E64B0"/>
          </a:solidFill>
          <a:ln>
            <a:noFill/>
          </a:ln>
        </p:spPr>
        <p:txBody>
          <a:bodyPr rtlCol="0" anchor="ctr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sz="850" b="1" i="0">
                <a:solidFill>
                  <a:srgbClr val="FFFFFF"/>
                </a:solidFill>
                <a:latin typeface="Univers Light"/>
              </a:rPr>
              <a:t>High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82100" y="5334000"/>
            <a:ext cx="244475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idAAA stable reaffirmed Aug 2026. Rp2.3 T of obligations repaid Jan–Jul 2026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619500" y="5676900"/>
            <a:ext cx="8058150" cy="0"/>
          </a:xfrm>
          <a:prstGeom prst="line">
            <a:avLst/>
          </a:prstGeom>
          <a:ln w="6350">
            <a:solidFill>
              <a:srgbClr val="E5E5E5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3670300" y="5689600"/>
            <a:ext cx="23114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1E64B0"/>
                </a:solidFill>
                <a:latin typeface="Univers Light"/>
              </a:rPr>
              <a:t>Last resort  </a:t>
            </a:r>
            <a:r>
              <a:rPr sz="850" b="1" i="0">
                <a:solidFill>
                  <a:srgbClr val="161616"/>
                </a:solidFill>
                <a:latin typeface="Univers Light"/>
              </a:rPr>
              <a:t>Shareholder support from DAM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83300" y="5689600"/>
            <a:ext cx="2260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Shareholder loan or equity injection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45500" y="5772150"/>
            <a:ext cx="635000" cy="1651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rtlCol="0" anchor="ctr" lIns="0" rIns="0" tIns="0" bIns="0"/>
          <a:lstStyle/>
          <a:p>
            <a:pPr algn="ctr">
              <a:spcAft>
                <a:spcPts val="0"/>
              </a:spcAft>
              <a:buNone/>
            </a:pPr>
            <a:r>
              <a:rPr sz="850" b="1" i="0">
                <a:solidFill>
                  <a:srgbClr val="161616"/>
                </a:solidFill>
                <a:latin typeface="Univers Light"/>
              </a:rPr>
              <a:t>Low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82100" y="5689600"/>
            <a:ext cx="244475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0"/>
              </a:spcAft>
              <a:buNone/>
            </a:pPr>
            <a:r>
              <a:rPr sz="850" b="0" i="0">
                <a:solidFill>
                  <a:srgbClr val="161616"/>
                </a:solidFill>
                <a:latin typeface="Univers Light"/>
              </a:rPr>
              <a:t>DAM lent Rp6.65 T to Garuda (2025). Temasek backed SIA's S$15 bn raise (2020)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619500" y="6032500"/>
            <a:ext cx="8058150" cy="0"/>
          </a:xfrm>
          <a:prstGeom prst="line">
            <a:avLst/>
          </a:prstGeom>
          <a:ln w="9525">
            <a:solidFill>
              <a:srgbClr val="C2C2C2"/>
            </a:solidFill>
          </a:ln>
        </p:spPr>
      </p:cxnSp>
      <p:sp>
        <p:nvSpPr>
          <p:cNvPr id="104" name="TextBox 103"/>
          <p:cNvSpPr txBox="1"/>
          <p:nvPr/>
        </p:nvSpPr>
        <p:spPr>
          <a:xfrm>
            <a:off x="3619500" y="6070600"/>
            <a:ext cx="805815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  <a:buNone/>
            </a:pPr>
            <a:r>
              <a:rPr sz="850" b="1" i="0">
                <a:solidFill>
                  <a:srgbClr val="7F7F7F"/>
                </a:solidFill>
                <a:latin typeface="Univers Light"/>
              </a:rPr>
              <a:t>Avoid: </a:t>
            </a:r>
            <a:r>
              <a:rPr sz="850" b="0" i="0">
                <a:solidFill>
                  <a:srgbClr val="7F7F7F"/>
                </a:solidFill>
                <a:latin typeface="Univers Light"/>
              </a:rPr>
              <a:t>stretching suppliers through reverse factoring (Carillion, 2018) and year-end window dressing. Both hide debt instead of adding liquidity.</a:t>
            </a:r>
          </a:p>
        </p:txBody>
      </p:sp>
    </p:spTree>
    <p:extLst>
      <p:ext uri="{BB962C8B-B14F-4D97-AF65-F5344CB8AC3E}">
        <p14:creationId xmlns:p14="http://schemas.microsoft.com/office/powerpoint/2010/main" val="16780510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COLOR_TAG" val="#1E64B0"/>
  <p:tag name="POWER_USER_PPT_AGENDA_PRESENTATION_DIVIDERS_CHECKED_TAG" val="0"/>
  <p:tag name="POWER_USER_PPT_AGENDA_PRESENTATION_SHOULD_CREATE_TABLE_OF_CONTENT_TAG" val="0"/>
  <p:tag name="POWER_USER_PPT_AGENDA_PRESENTATION_SHOW_BREADSCRUMBS_CHECKED_TAG" val="0"/>
  <p:tag name="POWER_USER_PPT_AGENDA_PRESENTATION_SHOW_SECTION_NUMBERS_CHECKED_TAG" val="1"/>
  <p:tag name="POWER_USER_PPT_AGENDA_PRESENTATION_SHOW_SLIDE_NUMBERS_CHECKED_TAG" val="1"/>
  <p:tag name="POWER_USER_PPT_AGENDA_PRESENTATION_TABLE_OF_CONTENT_CHECKED_TAG" val="1"/>
  <p:tag name="POWER_USER_PPT_AGENDA_PRESENTATION_TITLE_TEXT_TAG" val="Agenda"/>
  <p:tag name="POWER_USER_LINKS_STATUS_TAG" val="&lt;?xml version=&quot;1.0&quot; encoding=&quot;utf-16&quot;?&gt;&#10;&lt;PuLinks xmlns:xsd=&quot;http://www.w3.org/2001/XMLSchema&quot; xmlns:xsi=&quot;http://www.w3.org/2001/XMLSchema-instance&quot;&gt;&#10;  &lt;PuLink status=&quot;1&quot; id=&quot;POWER_USER_LINK_E3C54ECB_3B06_40E2_A2C2_06AAE84E20B1&quot; /&gt;&#10;  &lt;PuLink status=&quot;1&quot; id=&quot;POWER_USER_LINK_A476060D_DD86_41D7_9485_81CF4CA22E85&quot; /&gt;&#10;  &lt;PuLink status=&quot;1&quot; id=&quot;POWER_USER_LINK_4D0A5F2E_3641_45E3_8AD8_21BA0F28889F&quot; /&gt;&#10;  &lt;PuLink status=&quot;1&quot; id=&quot;POWER_USER_LINK_5329F2BA_1DBF_4934_9801_69E6D92EF323&quot; /&gt;&#10;  &lt;PuLink status=&quot;1&quot; id=&quot;POWER_USER_LINK_4D3A4DC7_29F4_4390_AD62_048BD85D5D4A&quot; /&gt;&#10;  &lt;PuLink status=&quot;1&quot; id=&quot;POWER_USER_LINK_A9DF1BC6_ECBF_4D9C_8EE0_2DB244DDE726&quot; /&gt;&#10;  &lt;PuLink status=&quot;1&quot; id=&quot;POWER_USER_LINK_ED371D84_1A43_438D_B59A_1957AB405483&quot; /&gt;&#10;  &lt;PuLink status=&quot;1&quot; id=&quot;POWER_USER_LINK_FAFFD5B3_9130_44EE_94FE_789C053E335E&quot; /&gt;&#10;  &lt;PuLink status=&quot;1&quot; id=&quot;POWER_USER_LINK_490C989C_894F_438A_A346_244E28D617CD&quot; /&gt;&#10;  &lt;PuLink status=&quot;1&quot; id=&quot;POWER_USER_LINK_CDDFA12C_CFA8_446C_955B_13AEF8441364&quot; /&gt;&#10;  &lt;PuLink status=&quot;1&quot; id=&quot;POWER_USER_LINK_DA6B8B3D_0B7D_478E_8721_1EA8651F0DBE&quot; /&gt;&#10;  &lt;PuLink status=&quot;1&quot; id=&quot;POWER_USER_LINK_AC6F0AF7_9108_4E46_BE97_5BAD1598C132&quot; /&gt;&#10;&lt;/PuLinks&gt;"/>
</p:tagLst>
</file>

<file path=ppt/theme/theme1.xml><?xml version="1.0" encoding="utf-8"?>
<a:theme xmlns:a="http://schemas.openxmlformats.org/drawingml/2006/main" name="Office Theme">
  <a:themeElements>
    <a:clrScheme name="Skha Colors">
      <a:dk1>
        <a:srgbClr val="0F1F33"/>
      </a:dk1>
      <a:lt1>
        <a:sysClr val="window" lastClr="FFFFFF"/>
      </a:lt1>
      <a:dk2>
        <a:srgbClr val="12274C"/>
      </a:dk2>
      <a:lt2>
        <a:srgbClr val="F0FAFE"/>
      </a:lt2>
      <a:accent1>
        <a:srgbClr val="1E64B0"/>
      </a:accent1>
      <a:accent2>
        <a:srgbClr val="368FCD"/>
      </a:accent2>
      <a:accent3>
        <a:srgbClr val="69C6F0"/>
      </a:accent3>
      <a:accent4>
        <a:srgbClr val="595959"/>
      </a:accent4>
      <a:accent5>
        <a:srgbClr val="7F7F7F"/>
      </a:accent5>
      <a:accent6>
        <a:srgbClr val="D8D8D8"/>
      </a:accent6>
      <a:hlink>
        <a:srgbClr val="FFC000"/>
      </a:hlink>
      <a:folHlink>
        <a:srgbClr val="3ECCB4"/>
      </a:folHlink>
    </a:clrScheme>
    <a:fontScheme name="Custom 1">
      <a:majorFont>
        <a:latin typeface="Univers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5969C89-5856-4EDE-A03E-B65F547B1594}">
  <we:reference id="wa200010001" version="1.0.0.1" store="en-001" storeType="OMEX"/>
  <we:alternateReferences>
    <we:reference id="WA200010001" version="1.0.0.1" store="WA200010001" storeType="OMEX"/>
  </we:alternateReferences>
  <we:properties>
    <we:property name="claude.fileId" value="&quot;fc202d88-6210-405f-8ee1-ecd7537728b9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2c1cd1-8a33-43be-a3f0-a166406417d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6231736B0594B864EAEE117C9FDF7" ma:contentTypeVersion="9" ma:contentTypeDescription="Create a new document." ma:contentTypeScope="" ma:versionID="f157f752b01606c477a35292eeebb0eb">
  <xsd:schema xmlns:xsd="http://www.w3.org/2001/XMLSchema" xmlns:xs="http://www.w3.org/2001/XMLSchema" xmlns:p="http://schemas.microsoft.com/office/2006/metadata/properties" xmlns:ns2="292c1cd1-8a33-43be-a3f0-a166406417d8" targetNamespace="http://schemas.microsoft.com/office/2006/metadata/properties" ma:root="true" ma:fieldsID="d36f509bd4ab28780292671f024d056b" ns2:_="">
    <xsd:import namespace="292c1cd1-8a33-43be-a3f0-a166406417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2c1cd1-8a33-43be-a3f0-a166406417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9c61770-983c-4729-8fb0-bfabb1ed05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F9FEBD-D4CE-4D5D-B4F1-47DA8FE0D2DC}">
  <ds:schemaRefs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292c1cd1-8a33-43be-a3f0-a166406417d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ECCC29C-A4FB-482D-8831-134F815E105D}">
  <ds:schemaRefs>
    <ds:schemaRef ds:uri="292c1cd1-8a33-43be-a3f0-a166406417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FB102C0-4844-476C-8794-F5E16DD005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3224</TotalTime>
  <Words>14000</Words>
  <Application>Microsoft Office PowerPoint</Application>
  <PresentationFormat>Widescreen</PresentationFormat>
  <Paragraphs>3412</Paragraphs>
  <Slides>75</Slides>
  <Notes>20</Notes>
  <HiddenSlides>6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90" baseType="lpstr">
      <vt:lpstr>Calibri</vt:lpstr>
      <vt:lpstr>Poppins</vt:lpstr>
      <vt:lpstr>Univers-Light-Normal</vt:lpstr>
      <vt:lpstr>Century Gothic</vt:lpstr>
      <vt:lpstr>Univers LT Std 55</vt:lpstr>
      <vt:lpstr>Ambit </vt:lpstr>
      <vt:lpstr>Arial</vt:lpstr>
      <vt:lpstr>Calibri Light</vt:lpstr>
      <vt:lpstr>Ambit Light</vt:lpstr>
      <vt:lpstr>Ambit Bold</vt:lpstr>
      <vt:lpstr>Wingdings</vt:lpstr>
      <vt:lpstr>Univers Light</vt:lpstr>
      <vt:lpstr>Univers</vt:lpstr>
      <vt:lpstr>Office Theme</vt:lpstr>
      <vt:lpstr>Worksheet</vt:lpstr>
      <vt:lpstr>PowerPoint Presentation</vt:lpstr>
      <vt:lpstr>PowerPoint Presentation</vt:lpstr>
      <vt:lpstr>SIG is Indonesia’s state-owned cement holding, commanding a vertically integrated operation built over decades of consolidation, spanning cement and clinker to ready-mix concrete and precast</vt:lpstr>
      <vt:lpstr>While SIG is leading the market, it loses market share to Indocement, and gets effed by industry wide oversupply especially due to its large idle asset</vt:lpstr>
      <vt:lpstr>Both SIG and Indocement’s revenue is stagnant, but Indocement maintains strong profitability while SIG’s profitability plummet due to growing COGS and other expense (….)</vt:lpstr>
      <vt:lpstr>Before diving deeper to profitability, mau cek aja sih leverage, efficiency, dan liquidity -&gt; bersih2 aja mau problem framing profitability buat di deep dive</vt:lpstr>
      <vt:lpstr>Problem Tree</vt:lpstr>
      <vt:lpstr>Problem Tree</vt:lpstr>
      <vt:lpstr>Jawaban2 analisis</vt:lpstr>
      <vt:lpstr>Conclude jd problem tree + solution</vt:lpstr>
      <vt:lpstr>Reccomendation</vt:lpstr>
      <vt:lpstr>Industry wise ada 2 challenge utama: demand, profitability, and competition yg dihadapi oleh SIG</vt:lpstr>
      <vt:lpstr>The industry’s stagnating demand, rise in production cost, and fierce competition…..</vt:lpstr>
      <vt:lpstr>Management’s response: balance sheet moves (cut debt, hold capex, high divident???)</vt:lpstr>
      <vt:lpstr>Management’s response: balance sheet moves (cut debt, hold capex, high divident???)</vt:lpstr>
      <vt:lpstr>Liquidity wise </vt:lpstr>
      <vt:lpstr>Market’s response</vt:lpstr>
      <vt:lpstr>What can SIG do?</vt:lpstr>
      <vt:lpstr>A quick scan on key KPI shows that we are at risk of profitability, repayability, and liquidity issue</vt:lpstr>
      <vt:lpstr>If we look at the income statement, we can see that the revenue is stagnating while ebitda decline</vt:lpstr>
      <vt:lpstr>Cash Flow Statement - Operating and investment</vt:lpstr>
      <vt:lpstr>Cash Flow Statement - Financing</vt:lpstr>
      <vt:lpstr>Asset</vt:lpstr>
      <vt:lpstr>Liabilities </vt:lpstr>
      <vt:lpstr>Equity</vt:lpstr>
      <vt:lpstr>PowerPoint Presentation</vt:lpstr>
      <vt:lpstr>PowerPoint Presentation</vt:lpstr>
      <vt:lpstr>PowerPoint Presentation</vt:lpstr>
      <vt:lpstr>Deep dive</vt:lpstr>
      <vt:lpstr>PowerPoint Presentation</vt:lpstr>
      <vt:lpstr>PowerPoint Presentation</vt:lpstr>
      <vt:lpstr>PowerPoint Presentation</vt:lpstr>
      <vt:lpstr>Tim konsultan penyusunan Kajian Ekspansi Bisnis Layanan Pegadaian di Luar Negeri terdiri dari konsultan strategi Skha dan konsultan legal SIAR</vt:lpstr>
      <vt:lpstr>Kajian Ekspansi Bisnis Layanan Pegadaian di Luar Negeri akan terdiri dari 2 pekerjaan utama dalam 4,5 bulan</vt:lpstr>
      <vt:lpstr>Pegadaian merupakan top 2 Global Pawnshop dan berambisi menjadi “World-Class Gold Ecosystem Player” melalui ekspansi footprint ke 4 negara pada 2030</vt:lpstr>
      <vt:lpstr>Aspirasi Pegadaian diterjemahkan menjadi inisiatif kajian potensi ekspansi bisnis di 15 negara dengan target meningkatkan outstanding loan (Rp151 M di 2030) secara konsolidasi</vt:lpstr>
      <vt:lpstr>Terdapat 4 (empat) lessons learnt dari strategi ekspansi Perusahaan gadai global</vt:lpstr>
      <vt:lpstr>Pegadaian dinilai mampu melakukan ekspansi global melalui leveraging internal capabilities berupa bisnis gadai emas, sinergi BRI, operational speed, dan kematangan teknologi</vt:lpstr>
      <vt:lpstr>Untuk memperlancar kajian, dibutuhkan konfirmasi pada 4 (empat) hal yang menjadi acuan parameter dalam penilaian market attractiveness sebagai berikut</vt:lpstr>
      <vt:lpstr>Kajian Ekspansi Bisnis Pegadaian akan menjawab 3 key questions</vt:lpstr>
      <vt:lpstr>Pertanyaan pertama akan menjawab negara prioritas ekspansi Pegadaian</vt:lpstr>
      <vt:lpstr>Market attractiveness assessment terhadap 15 negara akan melalui 3 tahap utama</vt:lpstr>
      <vt:lpstr>Delapan (8) negara akan diriset berdasarkan 5 (lima) aspek yakni makroekonomi, bisnis, politik, legal, dan sosiogeografis</vt:lpstr>
      <vt:lpstr>Negara dengan temuan legal berupa ketidakpastian regulasi, pembatasan foreign ownership, dan lisensi perbankan akan di-knock-out</vt:lpstr>
      <vt:lpstr>Keselarasan antara kondisi internal Pegadaian terhadap karakteristik negara menjadi penentu prioritisasi </vt:lpstr>
      <vt:lpstr>Pertanyaan kedua akan menjawab perjalanan ekspansi global Pegadaian hingga tahun 2030</vt:lpstr>
      <vt:lpstr>Prioritisasi akan dilakukan melalui expansion model matrix sehingga bisa dipetakan roadmap</vt:lpstr>
      <vt:lpstr>Pertanyaan ketiga akan menjawab expected return dari 2 negara prioritas melalui kajian kelayakan</vt:lpstr>
      <vt:lpstr>Expected return dari dua (2) negara paling strategis akan dijawab pada feasibility study</vt:lpstr>
      <vt:lpstr>Kajian Ekspansi Bisnis akan berlangsung dalam 4,5 bulan dengan 3 critical milestones pada akhir Oktober serta pertengahan November dan Desember</vt:lpstr>
      <vt:lpstr>PowerPoint Presentation</vt:lpstr>
      <vt:lpstr>PowerPoint Presentation</vt:lpstr>
      <vt:lpstr>Berikut asumsi yang digunakan untuk menghitung rasio </vt:lpstr>
      <vt:lpstr>Muthoot merupakan the biggest pawnshop in the world yang beroperasi di 4 (empat) negara secara full branch sejak tahun 2007</vt:lpstr>
      <vt:lpstr>FirstCash sebagai “the largest pawnshop in USA &amp; LATAM” memulai ekspansi secara organik ke negara tetangga, sebelum menerapkan strategi anorganik di negara lainnya</vt:lpstr>
      <vt:lpstr>Srisawad melakukan ekspansi ke negara-negara ASEAN melalui core product vehicle loan</vt:lpstr>
      <vt:lpstr>ValueMax, perusahaan gadai asal Singapura, melakukan ekspansi ke negara tetangga sejak tahun 2005 melalui core product, termasuk Malaysia dan Indonesia</vt:lpstr>
      <vt:lpstr>Market screening sementara menunjukkan Myanmar, UAE, dan Arab Saudi sebagai negara dengan market attractiveness terendah</vt:lpstr>
      <vt:lpstr>Data preliminary market screening di 15 negara</vt:lpstr>
      <vt:lpstr>Satu (1) negara tambahan yang menjadi objek riset adalah Uzbekistan, mempertimbangkan potensi pasar dan kesesuaian budaya</vt:lpstr>
      <vt:lpstr>Dalam menyusun Kajian Ekspansi Bisnis Layanan di Luar Negeri, terdapat kebutuhan data yang perlu di-support oleh Pegadaian</vt:lpstr>
      <vt:lpstr>Penyusunan Kajian Strategic Assessment dan Market Research Bisnis Pegadaian di Luar Negeri akan terdiri dari 6 (enam) modul analisis</vt:lpstr>
      <vt:lpstr>Penyusunan Kajian Kelayakan Pembukaan Layanan Pegadaian di Negara Tujuan Ekspansi Selanjutnya akan terdiri dari 6 (enam) modul analisis</vt:lpstr>
      <vt:lpstr>Penyusunan Kajian Strategic Assessment dan Market Research Bisnis Pegadaian di Luar Negeri akan dikerjakan selama 12 (dua belas) minggu dengan pembagian fokus pekerjaan sebagai berikut (1/2)</vt:lpstr>
      <vt:lpstr>Penyusunan Kajian Strategic Assessment dan Market Research Bisnis Pegadaian di Luar Negeri akan dikerjakan selama 12 (dua belas) minggu dengan pembagian fokus pekerjaan sebagai berikut (2/2)</vt:lpstr>
      <vt:lpstr>Penyusunan Kajian Kelayakan untuk 2 negara prioritas akan dikerjakan selama 6 (enam) minggu dengan pembagian fokus pekerjaan sebagai berikut</vt:lpstr>
      <vt:lpstr>Dalam pengerjaan kajian ini, kami mengusulkan project cadence untuk memastikan kualitas dan ketepatan waktu penyelesaian kajian sebagai berikut</vt:lpstr>
      <vt:lpstr>Pada aspek produk, gadai dan emas dinilai fit to global standard</vt:lpstr>
      <vt:lpstr>PowerPoint Presentation</vt:lpstr>
      <vt:lpstr>Tim penyusunan Kajian Ekspansi Bisnis Layanan Pegadaian di Luar Negeri terdiri sebagai berikut</vt:lpstr>
      <vt:lpstr>Untuk memperlancar kajian, dibutuhkan konfirmasi pada 4 (empat) hal yang menjadi acuan parameter dalam penilaian market attractiveness sebagai berikut</vt:lpstr>
      <vt:lpstr>Ease of regulation dan legal constraint menentukan feasibility ekspansi ke negara yang dituju </vt:lpstr>
      <vt:lpstr>Ease of regulation dan legal constraint menentukan feasibility ekspansi ke negara yang dituju </vt:lpstr>
      <vt:lpstr>Pegadaian merupakan top 2 Global Pawnshop dan berambisi menjadi “World-Class Gold Ecosystem Player” melalui ekspansi footprint ke 4 negara pada 2030</vt:lpstr>
      <vt:lpstr>Terdapat 5 (lima) lessons learnt dari strategi ekspansi Perusahaan gadai global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Sena Nugraha</dc:creator>
  <cp:lastModifiedBy>Ryan Kusnadi</cp:lastModifiedBy>
  <cp:revision>3</cp:revision>
  <cp:lastPrinted>2026-10-11T11:17:34Z</cp:lastPrinted>
  <dcterms:modified xsi:type="dcterms:W3CDTF">2026-10-16T10:10:34Z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0x0101008F56231736B0594B864EAEE117C9FDF7</vt:lpwstr>
  </property>
  <property fmtid="{D5CDD505-2E9C-101B-9397-08002B2CF9AE}" pid="3" name="MediaServiceImageTags">
    <vt:lpwstr/>
  </property>
</Properties>
</file>