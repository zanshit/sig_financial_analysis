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3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5.xml" ContentType="application/vnd.ms-office.chartcolorstyle+xml"/>
  <Override PartName="/ppt/charts/colors6.xml" ContentType="application/vnd.ms-office.chartcolorstyle+xml"/>
  <Override PartName="/ppt/charts/style5.xml" ContentType="application/vnd.ms-office.chartstyle+xml"/>
  <Override PartName="/ppt/charts/style6.xml" ContentType="application/vnd.ms-office.chartstyle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99" r:id="rId4"/>
  </p:sldMasterIdLst>
  <p:notesMasterIdLst>
    <p:notesMasterId r:id="rId75"/>
  </p:notesMasterIdLst>
  <p:handoutMasterIdLst>
    <p:handoutMasterId r:id="rId76"/>
  </p:handoutMasterIdLst>
  <p:sldIdLst>
    <p:sldId id="277" r:id="rId8"/>
  </p:sldIdLst>
  <p:sldSz cx="12192000" cy="6858000"/>
  <p:notesSz cx="6858000" cy="9144000"/>
  <p:embeddedFontLst>
    <p:embeddedFont>
      <p:font typeface="Univers" panose="020B0503020202020204" pitchFamily="34" charset="0"/>
      <p:regular r:id="rId93"/>
      <p:bold r:id="rId94"/>
      <p:italic r:id="rId95"/>
    </p:embeddedFont>
    <p:embeddedFont>
      <p:font typeface="Univers Light" panose="020B0403020202020204" pitchFamily="34" charset="0"/>
      <p:regular r:id="rId96"/>
    </p:embeddedFont>
  </p:embeddedFontLst>
  <p:custDataLst>
    <p:tags r:id="rId10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 Page" id="{0340C5FF-E601-444C-885F-6E1A6BA1925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68D907-226E-DED0-F8E7-3850F4D938D0}" name="Rais Haryono" initials="RH" userId="eaae8596804c26ba" providerId="Windows Live"/>
  <p188:author id="{02E5F369-2C54-0B5A-3283-A29583C08560}" name="Emily Azra" initials="EA" userId="8aae41df97acf526" providerId="Windows Live"/>
  <p188:author id="{8C2C70CD-CEEA-6AA7-A797-17321658E587}" name="Rais Aqil" initials="RA" userId="ac6b199ebc46e5e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358FD1"/>
    <a:srgbClr val="FFFFFF"/>
    <a:srgbClr val="002F8E"/>
    <a:srgbClr val="7F7F7F"/>
    <a:srgbClr val="083358"/>
    <a:srgbClr val="12274C"/>
    <a:srgbClr val="1D64B1"/>
    <a:srgbClr val="D6EFBF"/>
    <a:srgbClr val="D6E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05A1C-96B1-4E5A-8BAB-779756304564}" v="14444" dt="2026-10-18T12:03:37.297"/>
    <p1510:client id="{CA6C556C-1BED-4733-8B25-6E8C71436203}" v="6033" dt="2026-10-18T14:53:43.426"/>
    <p1510:client id="{E4DEDC2C-AA8F-1550-9D73-2A9D35DE2A01}" v="6" dt="2026-10-18T02:50:15.347"/>
  </p1510:revLst>
</p1510:revInfo>
</file>

<file path=ppt/tableStyles.xml><?xml version="1.0" encoding="utf-8"?>
<a:tblStyleLst xmlns:a="http://schemas.openxmlformats.org/drawingml/2006/main" def="{DDBD7F35-8F93-4361-BD7F-44BB7E98C1BF}">
  <a:tblStyle styleId="{DDBD7F35-8F93-4361-BD7F-44BB7E98C1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4.xml"/><Relationship Id="rId75" Type="http://schemas.openxmlformats.org/officeDocument/2006/relationships/notesMaster" Target="notesMasters/notesMaster1.xml"/><Relationship Id="rId76" Type="http://schemas.openxmlformats.org/officeDocument/2006/relationships/handoutMaster" Target="handoutMasters/handoutMaster1.xml"/><Relationship Id="rId93" Type="http://schemas.openxmlformats.org/officeDocument/2006/relationships/font" Target="fonts/font17.fntdata"/><Relationship Id="rId94" Type="http://schemas.openxmlformats.org/officeDocument/2006/relationships/font" Target="fonts/font18.fntdata"/><Relationship Id="rId95" Type="http://schemas.openxmlformats.org/officeDocument/2006/relationships/font" Target="fonts/font19.fntdata"/><Relationship Id="rId96" Type="http://schemas.openxmlformats.org/officeDocument/2006/relationships/font" Target="fonts/font20.fntdata"/><Relationship Id="rId103" Type="http://schemas.openxmlformats.org/officeDocument/2006/relationships/tags" Target="tags/tag1.xml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Relationship Id="rId108" Type="http://schemas.microsoft.com/office/2016/11/relationships/changesInfo" Target="changesInfos/changesInfo1.xml"/><Relationship Id="rId109" Type="http://schemas.microsoft.com/office/2015/10/relationships/revisionInfo" Target="revisionInfo.xml"/><Relationship Id="rId11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zaan Rasyid" userId="99fbae82dd97ec24" providerId="Windows Live" clId="Web-{E4DEDC2C-AA8F-1550-9D73-2A9D35DE2A01}"/>
    <pc:docChg chg="modSld">
      <pc:chgData name="Razaan Rasyid" userId="99fbae82dd97ec24" providerId="Windows Live" clId="Web-{E4DEDC2C-AA8F-1550-9D73-2A9D35DE2A01}" dt="2026-10-18T02:50:15.347" v="5" actId="14100"/>
      <pc:docMkLst>
        <pc:docMk/>
      </pc:docMkLst>
      <pc:sldChg chg="addSp modSp">
        <pc:chgData name="Razaan Rasyid" userId="99fbae82dd97ec24" providerId="Windows Live" clId="Web-{E4DEDC2C-AA8F-1550-9D73-2A9D35DE2A01}" dt="2026-10-18T02:50:15.347" v="5" actId="14100"/>
        <pc:sldMkLst>
          <pc:docMk/>
          <pc:sldMk cId="2954314117" sldId="277"/>
        </pc:sldMkLst>
        <pc:spChg chg="add mod">
          <ac:chgData name="Razaan Rasyid" userId="99fbae82dd97ec24" providerId="Windows Live" clId="Web-{E4DEDC2C-AA8F-1550-9D73-2A9D35DE2A01}" dt="2026-10-18T02:36:02.815" v="1" actId="1076"/>
          <ac:spMkLst>
            <pc:docMk/>
            <pc:sldMk cId="2954314117" sldId="277"/>
            <ac:spMk id="8" creationId="{DBE1F324-20C9-3146-8645-F514CC4FF0AA}"/>
          </ac:spMkLst>
        </pc:spChg>
        <pc:picChg chg="mod">
          <ac:chgData name="Razaan Rasyid" userId="99fbae82dd97ec24" providerId="Windows Live" clId="Web-{E4DEDC2C-AA8F-1550-9D73-2A9D35DE2A01}" dt="2026-10-18T02:50:15.347" v="5" actId="14100"/>
          <ac:picMkLst>
            <pc:docMk/>
            <pc:sldMk cId="2954314117" sldId="277"/>
            <ac:picMk id="16" creationId="{DE97289E-15B9-3984-6E04-A0C20FB5AE0A}"/>
          </ac:picMkLst>
        </pc:picChg>
      </pc:sldChg>
    </pc:docChg>
  </pc:docChgLst>
  <pc:docChgLst>
    <pc:chgData name="Ryan Kusnadi" userId="4fb58c44f6c6a5cb" providerId="LiveId" clId="{CB48D145-7F78-4649-9ECC-A7A83723D3CB}"/>
    <pc:docChg chg="undo redo custSel addSld delSld modSld sldOrd modMainMaster modSection">
      <pc:chgData name="Ryan Kusnadi" userId="4fb58c44f6c6a5cb" providerId="LiveId" clId="{CB48D145-7F78-4649-9ECC-A7A83723D3CB}" dt="2026-10-18T12:03:37.296" v="32319" actId="22"/>
      <pc:docMkLst>
        <pc:docMk/>
      </pc:docMkLst>
      <pc:sldChg chg="ord">
        <pc:chgData name="Ryan Kusnadi" userId="4fb58c44f6c6a5cb" providerId="LiveId" clId="{CB48D145-7F78-4649-9ECC-A7A83723D3CB}" dt="2026-10-18T07:21:52.929" v="28985"/>
        <pc:sldMkLst>
          <pc:docMk/>
          <pc:sldMk cId="1201160019" sldId="257"/>
        </pc:sldMkLst>
      </pc:sldChg>
      <pc:sldChg chg="add">
        <pc:chgData name="Ryan Kusnadi" userId="4fb58c44f6c6a5cb" providerId="LiveId" clId="{CB48D145-7F78-4649-9ECC-A7A83723D3CB}" dt="2026-10-18T07:21:36.607" v="28981"/>
        <pc:sldMkLst>
          <pc:docMk/>
          <pc:sldMk cId="113389320" sldId="264"/>
        </pc:sldMkLst>
      </pc:sldChg>
      <pc:sldChg chg="del">
        <pc:chgData name="Ryan Kusnadi" userId="4fb58c44f6c6a5cb" providerId="LiveId" clId="{CB48D145-7F78-4649-9ECC-A7A83723D3CB}" dt="2026-10-18T07:21:30.609" v="28979" actId="2696"/>
        <pc:sldMkLst>
          <pc:docMk/>
          <pc:sldMk cId="3712345003" sldId="264"/>
        </pc:sldMkLst>
      </pc:sldChg>
      <pc:sldChg chg="addSp delSp modSp mod">
        <pc:chgData name="Ryan Kusnadi" userId="4fb58c44f6c6a5cb" providerId="LiveId" clId="{CB48D145-7F78-4649-9ECC-A7A83723D3CB}" dt="2026-10-12T08:00:47.672" v="484" actId="1036"/>
        <pc:sldMkLst>
          <pc:docMk/>
          <pc:sldMk cId="584931863" sldId="272"/>
        </pc:sldMkLst>
        <pc:picChg chg="add mod ord">
          <ac:chgData name="Ryan Kusnadi" userId="4fb58c44f6c6a5cb" providerId="LiveId" clId="{CB48D145-7F78-4649-9ECC-A7A83723D3CB}" dt="2026-10-12T08:00:47.672" v="484" actId="1036"/>
          <ac:picMkLst>
            <pc:docMk/>
            <pc:sldMk cId="584931863" sldId="272"/>
            <ac:picMk id="14" creationId="{E832B8EA-1CDB-C3D0-56EB-AADC83CB354F}"/>
          </ac:picMkLst>
        </pc:picChg>
      </pc:sldChg>
      <pc:sldChg chg="del">
        <pc:chgData name="Ryan Kusnadi" userId="4fb58c44f6c6a5cb" providerId="LiveId" clId="{CB48D145-7F78-4649-9ECC-A7A83723D3CB}" dt="2026-10-18T07:20:33.048" v="28968" actId="47"/>
        <pc:sldMkLst>
          <pc:docMk/>
          <pc:sldMk cId="709643871" sldId="273"/>
        </pc:sldMkLst>
      </pc:sldChg>
      <pc:sldChg chg="modSp add del mod">
        <pc:chgData name="Ryan Kusnadi" userId="4fb58c44f6c6a5cb" providerId="LiveId" clId="{CB48D145-7F78-4649-9ECC-A7A83723D3CB}" dt="2026-10-18T07:21:35.634" v="28980" actId="47"/>
        <pc:sldMkLst>
          <pc:docMk/>
          <pc:sldMk cId="1594484780" sldId="273"/>
        </pc:sldMkLst>
        <pc:spChg chg="mod">
          <ac:chgData name="Ryan Kusnadi" userId="4fb58c44f6c6a5cb" providerId="LiveId" clId="{CB48D145-7F78-4649-9ECC-A7A83723D3CB}" dt="2026-10-18T07:21:16.557" v="28978" actId="20577"/>
          <ac:spMkLst>
            <pc:docMk/>
            <pc:sldMk cId="1594484780" sldId="273"/>
            <ac:spMk id="2" creationId="{93422DFE-2AB3-AA72-6DBD-0A75D3626B18}"/>
          </ac:spMkLst>
        </pc:spChg>
      </pc:sldChg>
      <pc:sldChg chg="add">
        <pc:chgData name="Ryan Kusnadi" userId="4fb58c44f6c6a5cb" providerId="LiveId" clId="{CB48D145-7F78-4649-9ECC-A7A83723D3CB}" dt="2026-10-18T07:22:07.203" v="28986"/>
        <pc:sldMkLst>
          <pc:docMk/>
          <pc:sldMk cId="3684743645" sldId="273"/>
        </pc:sldMkLst>
      </pc:sldChg>
      <pc:sldChg chg="addSp delSp modSp add mod ord">
        <pc:chgData name="Ryan Kusnadi" userId="4fb58c44f6c6a5cb" providerId="LiveId" clId="{CB48D145-7F78-4649-9ECC-A7A83723D3CB}" dt="2026-10-12T08:01:42.978" v="536" actId="14100"/>
        <pc:sldMkLst>
          <pc:docMk/>
          <pc:sldMk cId="2806377155" sldId="274"/>
        </pc:sldMkLst>
        <pc:spChg chg="mod">
          <ac:chgData name="Ryan Kusnadi" userId="4fb58c44f6c6a5cb" providerId="LiveId" clId="{CB48D145-7F78-4649-9ECC-A7A83723D3CB}" dt="2026-10-11T11:03:49.109" v="140"/>
          <ac:spMkLst>
            <pc:docMk/>
            <pc:sldMk cId="2806377155" sldId="274"/>
            <ac:spMk id="2" creationId="{B918F94C-40EA-56BF-89BD-6D7565EE8F4F}"/>
          </ac:spMkLst>
        </pc:spChg>
        <pc:spChg chg="mod">
          <ac:chgData name="Ryan Kusnadi" userId="4fb58c44f6c6a5cb" providerId="LiveId" clId="{CB48D145-7F78-4649-9ECC-A7A83723D3CB}" dt="2026-10-12T08:01:42.978" v="536" actId="14100"/>
          <ac:spMkLst>
            <pc:docMk/>
            <pc:sldMk cId="2806377155" sldId="274"/>
            <ac:spMk id="10" creationId="{F0FE33CF-313E-6AE0-567E-3FDE3B25AE10}"/>
          </ac:spMkLst>
        </pc:spChg>
        <pc:picChg chg="add mod ord">
          <ac:chgData name="Ryan Kusnadi" userId="4fb58c44f6c6a5cb" providerId="LiveId" clId="{CB48D145-7F78-4649-9ECC-A7A83723D3CB}" dt="2026-10-12T08:01:37.445" v="535" actId="1038"/>
          <ac:picMkLst>
            <pc:docMk/>
            <pc:sldMk cId="2806377155" sldId="274"/>
            <ac:picMk id="13" creationId="{B03C0DE2-3B10-CBD5-33EC-94EA86259739}"/>
          </ac:picMkLst>
        </pc:picChg>
      </pc:sldChg>
      <pc:sldChg chg="addSp delSp modSp mod ord">
        <pc:chgData name="Ryan Kusnadi" userId="4fb58c44f6c6a5cb" providerId="LiveId" clId="{CB48D145-7F78-4649-9ECC-A7A83723D3CB}" dt="2026-10-12T08:04:01.320" v="665" actId="14100"/>
        <pc:sldMkLst>
          <pc:docMk/>
          <pc:sldMk cId="434608506" sldId="275"/>
        </pc:sldMkLst>
        <pc:spChg chg="mod">
          <ac:chgData name="Ryan Kusnadi" userId="4fb58c44f6c6a5cb" providerId="LiveId" clId="{CB48D145-7F78-4649-9ECC-A7A83723D3CB}" dt="2026-10-12T08:04:01.320" v="665" actId="14100"/>
          <ac:spMkLst>
            <pc:docMk/>
            <pc:sldMk cId="434608506" sldId="275"/>
            <ac:spMk id="10" creationId="{5259E25B-4687-8860-1803-802A62D18C23}"/>
          </ac:spMkLst>
        </pc:spChg>
        <pc:picChg chg="add mod ord">
          <ac:chgData name="Ryan Kusnadi" userId="4fb58c44f6c6a5cb" providerId="LiveId" clId="{CB48D145-7F78-4649-9ECC-A7A83723D3CB}" dt="2026-10-12T08:03:54.561" v="663" actId="1038"/>
          <ac:picMkLst>
            <pc:docMk/>
            <pc:sldMk cId="434608506" sldId="275"/>
            <ac:picMk id="11" creationId="{8DCEFF16-0B69-C788-569D-914AC932BB17}"/>
          </ac:picMkLst>
        </pc:picChg>
      </pc:sldChg>
      <pc:sldChg chg="addSp delSp modSp mod ord">
        <pc:chgData name="Ryan Kusnadi" userId="4fb58c44f6c6a5cb" providerId="LiveId" clId="{CB48D145-7F78-4649-9ECC-A7A83723D3CB}" dt="2026-10-12T08:02:41.995" v="621" actId="1038"/>
        <pc:sldMkLst>
          <pc:docMk/>
          <pc:sldMk cId="3954069101" sldId="276"/>
        </pc:sldMkLst>
        <pc:spChg chg="mod">
          <ac:chgData name="Ryan Kusnadi" userId="4fb58c44f6c6a5cb" providerId="LiveId" clId="{CB48D145-7F78-4649-9ECC-A7A83723D3CB}" dt="2026-10-11T11:03:42.058" v="139"/>
          <ac:spMkLst>
            <pc:docMk/>
            <pc:sldMk cId="3954069101" sldId="276"/>
            <ac:spMk id="2" creationId="{64F2ABF8-965B-ADDC-9C87-345288DB47CE}"/>
          </ac:spMkLst>
        </pc:spChg>
        <pc:spChg chg="mod">
          <ac:chgData name="Ryan Kusnadi" userId="4fb58c44f6c6a5cb" providerId="LiveId" clId="{CB48D145-7F78-4649-9ECC-A7A83723D3CB}" dt="2026-10-12T07:55:02.918" v="272" actId="14100"/>
          <ac:spMkLst>
            <pc:docMk/>
            <pc:sldMk cId="3954069101" sldId="276"/>
            <ac:spMk id="10" creationId="{D8203B05-97D7-2454-3163-73F24CBE1008}"/>
          </ac:spMkLst>
        </pc:spChg>
        <pc:picChg chg="add mod ord">
          <ac:chgData name="Ryan Kusnadi" userId="4fb58c44f6c6a5cb" providerId="LiveId" clId="{CB48D145-7F78-4649-9ECC-A7A83723D3CB}" dt="2026-10-12T08:02:41.995" v="621" actId="1038"/>
          <ac:picMkLst>
            <pc:docMk/>
            <pc:sldMk cId="3954069101" sldId="276"/>
            <ac:picMk id="19" creationId="{1992EE6B-0367-646A-CED5-3ADC5CB43E22}"/>
          </ac:picMkLst>
        </pc:picChg>
      </pc:sldChg>
      <pc:sldChg chg="addSp delSp modSp add mod">
        <pc:chgData name="Ryan Kusnadi" userId="4fb58c44f6c6a5cb" providerId="LiveId" clId="{CB48D145-7F78-4649-9ECC-A7A83723D3CB}" dt="2026-10-18T08:27:23.833" v="31537"/>
        <pc:sldMkLst>
          <pc:docMk/>
          <pc:sldMk cId="2954314117" sldId="277"/>
        </pc:sldMkLst>
        <pc:spChg chg="mod">
          <ac:chgData name="Ryan Kusnadi" userId="4fb58c44f6c6a5cb" providerId="LiveId" clId="{CB48D145-7F78-4649-9ECC-A7A83723D3CB}" dt="2026-10-18T04:33:10.889" v="23406" actId="13926"/>
          <ac:spMkLst>
            <pc:docMk/>
            <pc:sldMk cId="2954314117" sldId="277"/>
            <ac:spMk id="2" creationId="{1A07B440-9BA3-2467-7EF6-2850C98665D3}"/>
          </ac:spMkLst>
        </pc:spChg>
        <pc:spChg chg="mod">
          <ac:chgData name="Ryan Kusnadi" userId="4fb58c44f6c6a5cb" providerId="LiveId" clId="{CB48D145-7F78-4649-9ECC-A7A83723D3CB}" dt="2026-10-18T07:26:47.048" v="29042" actId="20577"/>
          <ac:spMkLst>
            <pc:docMk/>
            <pc:sldMk cId="2954314117" sldId="277"/>
            <ac:spMk id="3" creationId="{8F1C0F7C-1525-79D5-AC5D-89DD8DEBBFB0}"/>
          </ac:spMkLst>
        </pc:spChg>
        <pc:spChg chg="mod">
          <ac:chgData name="Ryan Kusnadi" userId="4fb58c44f6c6a5cb" providerId="LiveId" clId="{CB48D145-7F78-4649-9ECC-A7A83723D3CB}" dt="2026-10-18T08:27:21.750" v="31534" actId="120"/>
          <ac:spMkLst>
            <pc:docMk/>
            <pc:sldMk cId="2954314117" sldId="277"/>
            <ac:spMk id="7" creationId="{929489BA-8FB7-C2EE-F019-43B6B27E77D1}"/>
          </ac:spMkLst>
        </pc:spChg>
        <pc:spChg chg="add mod">
          <ac:chgData name="Ryan Kusnadi" userId="4fb58c44f6c6a5cb" providerId="LiveId" clId="{CB48D145-7F78-4649-9ECC-A7A83723D3CB}" dt="2026-10-18T07:48:13.777" v="29641" actId="1076"/>
          <ac:spMkLst>
            <pc:docMk/>
            <pc:sldMk cId="2954314117" sldId="277"/>
            <ac:spMk id="8" creationId="{61D39A92-FC1E-A6DF-3DC2-997B084365B7}"/>
          </ac:spMkLst>
        </pc:spChg>
        <pc:spChg chg="mod">
          <ac:chgData name="Ryan Kusnadi" userId="4fb58c44f6c6a5cb" providerId="LiveId" clId="{CB48D145-7F78-4649-9ECC-A7A83723D3CB}" dt="2026-10-18T02:36:50.883" v="19052" actId="1076"/>
          <ac:spMkLst>
            <pc:docMk/>
            <pc:sldMk cId="2954314117" sldId="277"/>
            <ac:spMk id="8" creationId="{DBE1F324-20C9-3146-8645-F514CC4FF0AA}"/>
          </ac:spMkLst>
        </pc:spChg>
        <pc:spChg chg="add mod">
          <ac:chgData name="Ryan Kusnadi" userId="4fb58c44f6c6a5cb" providerId="LiveId" clId="{CB48D145-7F78-4649-9ECC-A7A83723D3CB}" dt="2026-10-18T02:34:30.297" v="18967" actId="20577"/>
          <ac:spMkLst>
            <pc:docMk/>
            <pc:sldMk cId="2954314117" sldId="277"/>
            <ac:spMk id="12" creationId="{DF9DD085-8C6C-D2EE-D161-D1864DDB2EDF}"/>
          </ac:spMkLst>
        </pc:spChg>
        <pc:spChg chg="add del mod">
          <ac:chgData name="Ryan Kusnadi" userId="4fb58c44f6c6a5cb" providerId="LiveId" clId="{CB48D145-7F78-4649-9ECC-A7A83723D3CB}" dt="2026-10-18T02:36:53.304" v="19055"/>
          <ac:spMkLst>
            <pc:docMk/>
            <pc:sldMk cId="2954314117" sldId="277"/>
            <ac:spMk id="17" creationId="{0B445BB0-F122-AA47-C1DC-A3CC56D8E28B}"/>
          </ac:spMkLst>
        </pc:spChg>
        <pc:spChg chg="add del">
          <ac:chgData name="Ryan Kusnadi" userId="4fb58c44f6c6a5cb" providerId="LiveId" clId="{CB48D145-7F78-4649-9ECC-A7A83723D3CB}" dt="2026-10-18T06:27:31.397" v="26973" actId="478"/>
          <ac:spMkLst>
            <pc:docMk/>
            <pc:sldMk cId="2954314117" sldId="277"/>
            <ac:spMk id="25" creationId="{E08120EC-F53F-CFA0-CC4E-0104934F289C}"/>
          </ac:spMkLst>
        </pc:spChg>
        <pc:spChg chg="add del mod">
          <ac:chgData name="Ryan Kusnadi" userId="4fb58c44f6c6a5cb" providerId="LiveId" clId="{CB48D145-7F78-4649-9ECC-A7A83723D3CB}" dt="2026-10-18T06:04:30.015" v="25941" actId="14100"/>
          <ac:spMkLst>
            <pc:docMk/>
            <pc:sldMk cId="2954314117" sldId="277"/>
            <ac:spMk id="28" creationId="{DA60757E-D71F-3C30-7519-C82BA40115A8}"/>
          </ac:spMkLst>
        </pc:spChg>
        <pc:spChg chg="add mod">
          <ac:chgData name="Ryan Kusnadi" userId="4fb58c44f6c6a5cb" providerId="LiveId" clId="{CB48D145-7F78-4649-9ECC-A7A83723D3CB}" dt="2026-10-18T07:18:42.412" v="28816" actId="1076"/>
          <ac:spMkLst>
            <pc:docMk/>
            <pc:sldMk cId="2954314117" sldId="277"/>
            <ac:spMk id="42" creationId="{B2C248A3-2F4D-932B-D054-EEC667572956}"/>
          </ac:spMkLst>
        </pc:spChg>
        <pc:spChg chg="add del mod">
          <ac:chgData name="Ryan Kusnadi" userId="4fb58c44f6c6a5cb" providerId="LiveId" clId="{CB48D145-7F78-4649-9ECC-A7A83723D3CB}" dt="2026-10-18T08:27:23.833" v="31537"/>
          <ac:spMkLst>
            <pc:docMk/>
            <pc:sldMk cId="2954314117" sldId="277"/>
            <ac:spMk id="43" creationId="{B8C7C0FE-636B-4D0D-58BA-F90749F8159E}"/>
          </ac:spMkLst>
        </pc:spChg>
        <pc:graphicFrameChg chg="mod">
          <ac:chgData name="Ryan Kusnadi" userId="4fb58c44f6c6a5cb" providerId="LiveId" clId="{CB48D145-7F78-4649-9ECC-A7A83723D3CB}" dt="2026-10-16T10:07:10.121" v="18949"/>
          <ac:graphicFrameMkLst>
            <pc:docMk/>
            <pc:sldMk cId="2954314117" sldId="277"/>
            <ac:graphicFrameMk id="6" creationId="{C82AEC7D-7671-1578-4B41-0958B4127EBF}"/>
          </ac:graphicFrameMkLst>
        </pc:graphicFrameChg>
        <pc:picChg chg="mod">
          <ac:chgData name="Ryan Kusnadi" userId="4fb58c44f6c6a5cb" providerId="LiveId" clId="{CB48D145-7F78-4649-9ECC-A7A83723D3CB}" dt="2026-10-18T03:42:33.752" v="21708" actId="1036"/>
          <ac:picMkLst>
            <pc:docMk/>
            <pc:sldMk cId="2954314117" sldId="277"/>
            <ac:picMk id="14" creationId="{4FFD1F27-B484-AF9C-0930-AA62E0723A26}"/>
          </ac:picMkLst>
        </pc:picChg>
        <pc:picChg chg="mod">
          <ac:chgData name="Ryan Kusnadi" userId="4fb58c44f6c6a5cb" providerId="LiveId" clId="{CB48D145-7F78-4649-9ECC-A7A83723D3CB}" dt="2026-10-18T03:42:33.752" v="21708" actId="1036"/>
          <ac:picMkLst>
            <pc:docMk/>
            <pc:sldMk cId="2954314117" sldId="277"/>
            <ac:picMk id="15" creationId="{A73B642F-02CA-291F-21A6-156053047FD9}"/>
          </ac:picMkLst>
        </pc:picChg>
        <pc:picChg chg="add mod">
          <ac:chgData name="Ryan Kusnadi" userId="4fb58c44f6c6a5cb" providerId="LiveId" clId="{CB48D145-7F78-4649-9ECC-A7A83723D3CB}" dt="2026-10-18T02:36:36.761" v="19034" actId="1076"/>
          <ac:picMkLst>
            <pc:docMk/>
            <pc:sldMk cId="2954314117" sldId="277"/>
            <ac:picMk id="16" creationId="{DE97289E-15B9-3984-6E04-A0C20FB5AE0A}"/>
          </ac:picMkLst>
        </pc:picChg>
      </pc:sldChg>
      <pc:sldChg chg="add">
        <pc:chgData name="Ryan Kusnadi" userId="4fb58c44f6c6a5cb" providerId="LiveId" clId="{CB48D145-7F78-4649-9ECC-A7A83723D3CB}" dt="2026-10-18T07:22:07.203" v="28986"/>
        <pc:sldMkLst>
          <pc:docMk/>
          <pc:sldMk cId="213835828" sldId="278"/>
        </pc:sldMkLst>
      </pc:sldChg>
      <pc:sldChg chg="del">
        <pc:chgData name="Ryan Kusnadi" userId="4fb58c44f6c6a5cb" providerId="LiveId" clId="{CB48D145-7F78-4649-9ECC-A7A83723D3CB}" dt="2026-10-18T07:20:35.044" v="28969" actId="47"/>
        <pc:sldMkLst>
          <pc:docMk/>
          <pc:sldMk cId="4212176861" sldId="278"/>
        </pc:sldMkLst>
      </pc:sldChg>
      <pc:sldChg chg="add">
        <pc:chgData name="Ryan Kusnadi" userId="4fb58c44f6c6a5cb" providerId="LiveId" clId="{CB48D145-7F78-4649-9ECC-A7A83723D3CB}" dt="2026-10-18T07:22:07.203" v="28986"/>
        <pc:sldMkLst>
          <pc:docMk/>
          <pc:sldMk cId="2032521702" sldId="280"/>
        </pc:sldMkLst>
      </pc:sldChg>
      <pc:sldChg chg="del">
        <pc:chgData name="Ryan Kusnadi" userId="4fb58c44f6c6a5cb" providerId="LiveId" clId="{CB48D145-7F78-4649-9ECC-A7A83723D3CB}" dt="2026-10-18T07:20:36.148" v="28970" actId="47"/>
        <pc:sldMkLst>
          <pc:docMk/>
          <pc:sldMk cId="2636549312" sldId="280"/>
        </pc:sldMkLst>
      </pc:sldChg>
      <pc:sldChg chg="addSp delSp modSp add mod">
        <pc:chgData name="Ryan Kusnadi" userId="4fb58c44f6c6a5cb" providerId="LiveId" clId="{CB48D145-7F78-4649-9ECC-A7A83723D3CB}" dt="2026-10-12T08:07:14.529" v="789" actId="478"/>
        <pc:sldMkLst>
          <pc:docMk/>
          <pc:sldMk cId="176276921" sldId="281"/>
        </pc:sldMkLst>
        <pc:spChg chg="mod">
          <ac:chgData name="Ryan Kusnadi" userId="4fb58c44f6c6a5cb" providerId="LiveId" clId="{CB48D145-7F78-4649-9ECC-A7A83723D3CB}" dt="2026-10-12T08:05:18.076" v="755" actId="14100"/>
          <ac:spMkLst>
            <pc:docMk/>
            <pc:sldMk cId="176276921" sldId="281"/>
            <ac:spMk id="10" creationId="{F2A440E4-EBDE-0AF3-837E-61DB6235A64C}"/>
          </ac:spMkLst>
        </pc:spChg>
        <pc:graphicFrameChg chg="add mod">
          <ac:chgData name="Ryan Kusnadi" userId="4fb58c44f6c6a5cb" providerId="LiveId" clId="{CB48D145-7F78-4649-9ECC-A7A83723D3CB}" dt="2026-10-12T08:05:10.876" v="752" actId="1037"/>
          <ac:graphicFrameMkLst>
            <pc:docMk/>
            <pc:sldMk cId="176276921" sldId="281"/>
            <ac:graphicFrameMk id="14" creationId="{101DA5C3-74F0-063F-354F-69C49C941B3F}"/>
          </ac:graphicFrameMkLst>
        </pc:graphicFrameChg>
      </pc:sldChg>
      <pc:sldChg chg="add">
        <pc:chgData name="Ryan Kusnadi" userId="4fb58c44f6c6a5cb" providerId="LiveId" clId="{CB48D145-7F78-4649-9ECC-A7A83723D3CB}" dt="2026-10-18T07:22:07.203" v="28986"/>
        <pc:sldMkLst>
          <pc:docMk/>
          <pc:sldMk cId="1212309244" sldId="282"/>
        </pc:sldMkLst>
      </pc:sldChg>
      <pc:sldChg chg="del">
        <pc:chgData name="Ryan Kusnadi" userId="4fb58c44f6c6a5cb" providerId="LiveId" clId="{CB48D145-7F78-4649-9ECC-A7A83723D3CB}" dt="2026-10-18T07:20:37.729" v="28971" actId="47"/>
        <pc:sldMkLst>
          <pc:docMk/>
          <pc:sldMk cId="4077446344" sldId="282"/>
        </pc:sldMkLst>
      </pc:sldChg>
      <pc:sldChg chg="add del">
        <pc:chgData name="Ryan Kusnadi" userId="4fb58c44f6c6a5cb" providerId="LiveId" clId="{CB48D145-7F78-4649-9ECC-A7A83723D3CB}" dt="2026-10-18T03:25:48.304" v="20764"/>
        <pc:sldMkLst>
          <pc:docMk/>
          <pc:sldMk cId="191827905" sldId="283"/>
        </pc:sldMkLst>
      </pc:sldChg>
      <pc:sldChg chg="addSp delSp modSp mod">
        <pc:chgData name="Ryan Kusnadi" userId="4fb58c44f6c6a5cb" providerId="LiveId" clId="{CB48D145-7F78-4649-9ECC-A7A83723D3CB}" dt="2026-10-18T08:28:14.753" v="31574" actId="14100"/>
        <pc:sldMkLst>
          <pc:docMk/>
          <pc:sldMk cId="1171484419" sldId="283"/>
        </pc:sldMkLst>
        <pc:spChg chg="mod">
          <ac:chgData name="Ryan Kusnadi" userId="4fb58c44f6c6a5cb" providerId="LiveId" clId="{CB48D145-7F78-4649-9ECC-A7A83723D3CB}" dt="2026-10-18T04:33:14.561" v="23407" actId="13926"/>
          <ac:spMkLst>
            <pc:docMk/>
            <pc:sldMk cId="1171484419" sldId="283"/>
            <ac:spMk id="2" creationId="{4EA35374-153B-2175-4D04-256ED471076E}"/>
          </ac:spMkLst>
        </pc:spChg>
        <pc:spChg chg="mod">
          <ac:chgData name="Ryan Kusnadi" userId="4fb58c44f6c6a5cb" providerId="LiveId" clId="{CB48D145-7F78-4649-9ECC-A7A83723D3CB}" dt="2026-10-18T07:26:51.970" v="29043"/>
          <ac:spMkLst>
            <pc:docMk/>
            <pc:sldMk cId="1171484419" sldId="283"/>
            <ac:spMk id="3" creationId="{DC8FA7E9-4B03-7367-A470-A200B5A3983D}"/>
          </ac:spMkLst>
        </pc:spChg>
        <pc:spChg chg="mod">
          <ac:chgData name="Ryan Kusnadi" userId="4fb58c44f6c6a5cb" providerId="LiveId" clId="{CB48D145-7F78-4649-9ECC-A7A83723D3CB}" dt="2026-10-18T08:21:02.577" v="31442" actId="20577"/>
          <ac:spMkLst>
            <pc:docMk/>
            <pc:sldMk cId="1171484419" sldId="283"/>
            <ac:spMk id="9" creationId="{56355063-42BA-901E-44AC-E77785C27B94}"/>
          </ac:spMkLst>
        </pc:spChg>
        <pc:spChg chg="add mod">
          <ac:chgData name="Ryan Kusnadi" userId="4fb58c44f6c6a5cb" providerId="LiveId" clId="{CB48D145-7F78-4649-9ECC-A7A83723D3CB}" dt="2026-10-18T08:28:14.753" v="31574" actId="14100"/>
          <ac:spMkLst>
            <pc:docMk/>
            <pc:sldMk cId="1171484419" sldId="283"/>
            <ac:spMk id="10" creationId="{F9C178DF-D281-C233-6A99-B23DBD4853EE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12" creationId="{F21767F3-C8DB-E0B4-4324-05F7A57987E3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20" creationId="{335DD3B3-D54C-8740-CF1C-42604BF5953D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22" creationId="{13ECD767-403F-7DF5-CAFB-C9A141DBC902}"/>
          </ac:spMkLst>
        </pc:spChg>
        <pc:spChg chg="mod">
          <ac:chgData name="Ryan Kusnadi" userId="4fb58c44f6c6a5cb" providerId="LiveId" clId="{CB48D145-7F78-4649-9ECC-A7A83723D3CB}" dt="2026-10-18T05:58:58.883" v="25939" actId="13926"/>
          <ac:spMkLst>
            <pc:docMk/>
            <pc:sldMk cId="1171484419" sldId="283"/>
            <ac:spMk id="23" creationId="{7452B100-A871-52AA-D447-D1A479064ACD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24" creationId="{34717971-755E-5B4D-97CA-61243FCB8D15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26" creationId="{F3840FC5-1A6C-30C7-5A43-67F62865AEE0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29" creationId="{22A49B6A-3973-A0A3-DC53-9DEBC9909F87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31" creationId="{0921039C-F951-3EE5-8D33-DA3DEA6688D9}"/>
          </ac:spMkLst>
        </pc:spChg>
        <pc:spChg chg="del mod">
          <ac:chgData name="Ryan Kusnadi" userId="4fb58c44f6c6a5cb" providerId="LiveId" clId="{CB48D145-7F78-4649-9ECC-A7A83723D3CB}" dt="2026-10-18T08:27:45.055" v="31547" actId="478"/>
          <ac:spMkLst>
            <pc:docMk/>
            <pc:sldMk cId="1171484419" sldId="283"/>
            <ac:spMk id="34" creationId="{BCB04985-0F05-18E5-3945-6B5B1B4C906E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36" creationId="{2504A62E-66D8-DCB6-B793-99C95416595F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38" creationId="{830C7EC8-7CD1-251A-454C-F65CB4EAC272}"/>
          </ac:spMkLst>
        </pc:spChg>
        <pc:spChg chg="mod">
          <ac:chgData name="Ryan Kusnadi" userId="4fb58c44f6c6a5cb" providerId="LiveId" clId="{CB48D145-7F78-4649-9ECC-A7A83723D3CB}" dt="2026-10-18T08:28:05.761" v="31570" actId="1035"/>
          <ac:spMkLst>
            <pc:docMk/>
            <pc:sldMk cId="1171484419" sldId="283"/>
            <ac:spMk id="40" creationId="{04EC3DF7-4940-2142-E00D-ECCADB1ABE1E}"/>
          </ac:spMkLst>
        </pc:spChg>
      </pc:sldChg>
      <pc:sldChg chg="modSp add del mod">
        <pc:chgData name="Ryan Kusnadi" userId="4fb58c44f6c6a5cb" providerId="LiveId" clId="{CB48D145-7F78-4649-9ECC-A7A83723D3CB}" dt="2026-10-18T03:30:10.573" v="20890"/>
        <pc:sldMkLst>
          <pc:docMk/>
          <pc:sldMk cId="1498573496" sldId="283"/>
        </pc:sldMkLst>
        <pc:spChg chg="mod">
          <ac:chgData name="Ryan Kusnadi" userId="4fb58c44f6c6a5cb" providerId="LiveId" clId="{CB48D145-7F78-4649-9ECC-A7A83723D3CB}" dt="2026-10-18T03:30:03.732" v="20888" actId="20577"/>
          <ac:spMkLst>
            <pc:docMk/>
            <pc:sldMk cId="1498573496" sldId="283"/>
            <ac:spMk id="10" creationId="{7CDC3B49-6E6B-A4DA-68DA-83BD96F7AFA2}"/>
          </ac:spMkLst>
        </pc:spChg>
      </pc:sldChg>
      <pc:sldChg chg="addSp delSp modSp add del mod">
        <pc:chgData name="Ryan Kusnadi" userId="4fb58c44f6c6a5cb" providerId="LiveId" clId="{CB48D145-7F78-4649-9ECC-A7A83723D3CB}" dt="2026-10-18T03:17:52.297" v="20177" actId="47"/>
        <pc:sldMkLst>
          <pc:docMk/>
          <pc:sldMk cId="1783371388" sldId="283"/>
        </pc:sldMkLst>
        <pc:spChg chg="add mod">
          <ac:chgData name="Ryan Kusnadi" userId="4fb58c44f6c6a5cb" providerId="LiveId" clId="{CB48D145-7F78-4649-9ECC-A7A83723D3CB}" dt="2026-10-18T02:34:24.508" v="18963" actId="20577"/>
          <ac:spMkLst>
            <pc:docMk/>
            <pc:sldMk cId="1783371388" sldId="283"/>
            <ac:spMk id="7" creationId="{3B7210BB-35C0-E9C6-5892-AA3E8482E36A}"/>
          </ac:spMkLst>
        </pc:spChg>
        <pc:spChg chg="add mod">
          <ac:chgData name="Ryan Kusnadi" userId="4fb58c44f6c6a5cb" providerId="LiveId" clId="{CB48D145-7F78-4649-9ECC-A7A83723D3CB}" dt="2026-10-18T02:59:20.531" v="19450" actId="14100"/>
          <ac:spMkLst>
            <pc:docMk/>
            <pc:sldMk cId="1783371388" sldId="283"/>
            <ac:spMk id="11" creationId="{FC27DC9F-A0F7-7C6A-FE9E-E09FBACD9F69}"/>
          </ac:spMkLst>
        </pc:spChg>
        <pc:spChg chg="add del mod">
          <ac:chgData name="Ryan Kusnadi" userId="4fb58c44f6c6a5cb" providerId="LiveId" clId="{CB48D145-7F78-4649-9ECC-A7A83723D3CB}" dt="2026-10-18T02:59:23.304" v="19451" actId="478"/>
          <ac:spMkLst>
            <pc:docMk/>
            <pc:sldMk cId="1783371388" sldId="283"/>
            <ac:spMk id="13" creationId="{425090A8-D826-9C7E-0DDC-D08FDD804474}"/>
          </ac:spMkLst>
        </pc:spChg>
        <pc:spChg chg="add mod topLvl">
          <ac:chgData name="Ryan Kusnadi" userId="4fb58c44f6c6a5cb" providerId="LiveId" clId="{CB48D145-7F78-4649-9ECC-A7A83723D3CB}" dt="2026-10-18T02:58:03.279" v="19345" actId="20577"/>
          <ac:spMkLst>
            <pc:docMk/>
            <pc:sldMk cId="1783371388" sldId="283"/>
            <ac:spMk id="103" creationId="{983BF55C-6754-E99F-FF50-8F4C5385C2B5}"/>
          </ac:spMkLst>
        </pc:spChg>
        <pc:graphicFrameChg chg="add mod topLvl">
          <ac:chgData name="Ryan Kusnadi" userId="4fb58c44f6c6a5cb" providerId="LiveId" clId="{CB48D145-7F78-4649-9ECC-A7A83723D3CB}" dt="2026-10-18T02:59:00.728" v="19433" actId="1037"/>
          <ac:graphicFrameMkLst>
            <pc:docMk/>
            <pc:sldMk cId="1783371388" sldId="283"/>
            <ac:graphicFrameMk id="50" creationId="{F1193F27-036D-0755-9DF9-5FD597436DBB}"/>
          </ac:graphicFrameMkLst>
        </pc:graphicFrameChg>
        <pc:graphicFrameChg chg="add mod ord topLvl">
          <ac:chgData name="Ryan Kusnadi" userId="4fb58c44f6c6a5cb" providerId="LiveId" clId="{CB48D145-7F78-4649-9ECC-A7A83723D3CB}" dt="2026-10-18T02:59:04.932" v="19442" actId="1037"/>
          <ac:graphicFrameMkLst>
            <pc:docMk/>
            <pc:sldMk cId="1783371388" sldId="283"/>
            <ac:graphicFrameMk id="52" creationId="{01C0745F-D6E1-C522-A2AB-D870FEF7637F}"/>
          </ac:graphicFrameMkLst>
        </pc:graphicFrameChg>
      </pc:sldChg>
      <pc:sldChg chg="modSp add del mod">
        <pc:chgData name="Ryan Kusnadi" userId="4fb58c44f6c6a5cb" providerId="LiveId" clId="{CB48D145-7F78-4649-9ECC-A7A83723D3CB}" dt="2026-10-18T03:32:32.862" v="20994"/>
        <pc:sldMkLst>
          <pc:docMk/>
          <pc:sldMk cId="2118622685" sldId="283"/>
        </pc:sldMkLst>
        <pc:spChg chg="mod">
          <ac:chgData name="Ryan Kusnadi" userId="4fb58c44f6c6a5cb" providerId="LiveId" clId="{CB48D145-7F78-4649-9ECC-A7A83723D3CB}" dt="2026-10-18T03:31:48.263" v="20992" actId="1035"/>
          <ac:spMkLst>
            <pc:docMk/>
            <pc:sldMk cId="2118622685" sldId="283"/>
            <ac:spMk id="9" creationId="{68CE4E9B-2D38-2642-3E7A-EB2F105D3E20}"/>
          </ac:spMkLst>
        </pc:spChg>
        <pc:spChg chg="mod">
          <ac:chgData name="Ryan Kusnadi" userId="4fb58c44f6c6a5cb" providerId="LiveId" clId="{CB48D145-7F78-4649-9ECC-A7A83723D3CB}" dt="2026-10-18T03:31:22.122" v="20900" actId="20577"/>
          <ac:spMkLst>
            <pc:docMk/>
            <pc:sldMk cId="2118622685" sldId="283"/>
            <ac:spMk id="30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1:26.363" v="20909" actId="20577"/>
          <ac:spMkLst>
            <pc:docMk/>
            <pc:sldMk cId="2118622685" sldId="283"/>
            <ac:spMk id="307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1:30.096" v="20916" actId="20577"/>
          <ac:spMkLst>
            <pc:docMk/>
            <pc:sldMk cId="2118622685" sldId="283"/>
            <ac:spMk id="314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1:14.197" v="20893" actId="20577"/>
          <ac:spMkLst>
            <pc:docMk/>
            <pc:sldMk cId="2118622685" sldId="283"/>
            <ac:spMk id="321" creationId="{00000000-0000-0000-0000-000000000000}"/>
          </ac:spMkLst>
        </pc:spChg>
      </pc:sldChg>
      <pc:sldChg chg="add">
        <pc:chgData name="Ryan Kusnadi" userId="4fb58c44f6c6a5cb" providerId="LiveId" clId="{CB48D145-7F78-4649-9ECC-A7A83723D3CB}" dt="2026-10-18T07:22:07.203" v="28986"/>
        <pc:sldMkLst>
          <pc:docMk/>
          <pc:sldMk cId="281138899" sldId="285"/>
        </pc:sldMkLst>
      </pc:sldChg>
      <pc:sldChg chg="del">
        <pc:chgData name="Ryan Kusnadi" userId="4fb58c44f6c6a5cb" providerId="LiveId" clId="{CB48D145-7F78-4649-9ECC-A7A83723D3CB}" dt="2026-10-18T07:20:25.265" v="28966" actId="47"/>
        <pc:sldMkLst>
          <pc:docMk/>
          <pc:sldMk cId="2018569873" sldId="285"/>
        </pc:sldMkLst>
      </pc:sldChg>
      <pc:sldChg chg="add">
        <pc:chgData name="Ryan Kusnadi" userId="4fb58c44f6c6a5cb" providerId="LiveId" clId="{CB48D145-7F78-4649-9ECC-A7A83723D3CB}" dt="2026-10-18T07:22:07.203" v="28986"/>
        <pc:sldMkLst>
          <pc:docMk/>
          <pc:sldMk cId="2674870451" sldId="286"/>
        </pc:sldMkLst>
      </pc:sldChg>
      <pc:sldChg chg="del ord">
        <pc:chgData name="Ryan Kusnadi" userId="4fb58c44f6c6a5cb" providerId="LiveId" clId="{CB48D145-7F78-4649-9ECC-A7A83723D3CB}" dt="2026-10-18T07:20:42.516" v="28972" actId="47"/>
        <pc:sldMkLst>
          <pc:docMk/>
          <pc:sldMk cId="3239453063" sldId="286"/>
        </pc:sldMkLst>
      </pc:sldChg>
      <pc:sldChg chg="del">
        <pc:chgData name="Ryan Kusnadi" userId="4fb58c44f6c6a5cb" providerId="LiveId" clId="{CB48D145-7F78-4649-9ECC-A7A83723D3CB}" dt="2026-10-18T07:59:16.013" v="30181" actId="2696"/>
        <pc:sldMkLst>
          <pc:docMk/>
          <pc:sldMk cId="3335255117" sldId="289"/>
        </pc:sldMkLst>
      </pc:sldChg>
      <pc:sldChg chg="add">
        <pc:chgData name="Ryan Kusnadi" userId="4fb58c44f6c6a5cb" providerId="LiveId" clId="{CB48D145-7F78-4649-9ECC-A7A83723D3CB}" dt="2026-10-18T07:59:20.503" v="30182"/>
        <pc:sldMkLst>
          <pc:docMk/>
          <pc:sldMk cId="3736828649" sldId="289"/>
        </pc:sldMkLst>
      </pc:sldChg>
      <pc:sldChg chg="addSp delSp modSp add mod modNotesTx">
        <pc:chgData name="Ryan Kusnadi" userId="4fb58c44f6c6a5cb" providerId="LiveId" clId="{CB48D145-7F78-4649-9ECC-A7A83723D3CB}" dt="2026-10-18T08:28:54.388" v="31595" actId="20577"/>
        <pc:sldMkLst>
          <pc:docMk/>
          <pc:sldMk cId="1560339087" sldId="290"/>
        </pc:sldMkLst>
        <pc:spChg chg="mod">
          <ac:chgData name="Ryan Kusnadi" userId="4fb58c44f6c6a5cb" providerId="LiveId" clId="{CB48D145-7F78-4649-9ECC-A7A83723D3CB}" dt="2026-10-18T07:27:32.881" v="29139" actId="20577"/>
          <ac:spMkLst>
            <pc:docMk/>
            <pc:sldMk cId="1560339087" sldId="290"/>
            <ac:spMk id="2" creationId="{0753E397-B1EE-DAF4-58C0-19D4BB948E98}"/>
          </ac:spMkLst>
        </pc:spChg>
        <pc:spChg chg="mod">
          <ac:chgData name="Ryan Kusnadi" userId="4fb58c44f6c6a5cb" providerId="LiveId" clId="{CB48D145-7F78-4649-9ECC-A7A83723D3CB}" dt="2026-10-18T07:27:30.076" v="29130" actId="20577"/>
          <ac:spMkLst>
            <pc:docMk/>
            <pc:sldMk cId="1560339087" sldId="290"/>
            <ac:spMk id="3" creationId="{9F46A604-41A6-4208-A5DE-836ACDEA444A}"/>
          </ac:spMkLst>
        </pc:spChg>
        <pc:spChg chg="mod">
          <ac:chgData name="Ryan Kusnadi" userId="4fb58c44f6c6a5cb" providerId="LiveId" clId="{CB48D145-7F78-4649-9ECC-A7A83723D3CB}" dt="2026-10-18T07:27:35.710" v="29143" actId="20577"/>
          <ac:spMkLst>
            <pc:docMk/>
            <pc:sldMk cId="1560339087" sldId="290"/>
            <ac:spMk id="7" creationId="{57DC70B5-F762-8339-9ECA-D7BDD5F841D3}"/>
          </ac:spMkLst>
        </pc:spChg>
        <pc:spChg chg="mod">
          <ac:chgData name="Ryan Kusnadi" userId="4fb58c44f6c6a5cb" providerId="LiveId" clId="{CB48D145-7F78-4649-9ECC-A7A83723D3CB}" dt="2026-10-18T08:28:54.388" v="31595" actId="20577"/>
          <ac:spMkLst>
            <pc:docMk/>
            <pc:sldMk cId="1560339087" sldId="290"/>
            <ac:spMk id="8" creationId="{B4D3FC4A-ACE6-04C1-B55C-EC811361D7A7}"/>
          </ac:spMkLst>
        </pc:spChg>
        <pc:spChg chg="mod">
          <ac:chgData name="Ryan Kusnadi" userId="4fb58c44f6c6a5cb" providerId="LiveId" clId="{CB48D145-7F78-4649-9ECC-A7A83723D3CB}" dt="2026-10-18T08:09:52.238" v="31132" actId="20577"/>
          <ac:spMkLst>
            <pc:docMk/>
            <pc:sldMk cId="1560339087" sldId="290"/>
            <ac:spMk id="9" creationId="{72555F18-E713-CC38-80DD-12119B38755A}"/>
          </ac:spMkLst>
        </pc:spChg>
        <pc:picChg chg="add del mod">
          <ac:chgData name="Ryan Kusnadi" userId="4fb58c44f6c6a5cb" providerId="LiveId" clId="{CB48D145-7F78-4649-9ECC-A7A83723D3CB}" dt="2026-10-18T08:09:26.900" v="31034" actId="478"/>
          <ac:picMkLst>
            <pc:docMk/>
            <pc:sldMk cId="1560339087" sldId="290"/>
            <ac:picMk id="10" creationId="{9B31F50A-5B88-B5E7-994A-803DF335573F}"/>
          </ac:picMkLst>
        </pc:picChg>
      </pc:sldChg>
      <pc:sldChg chg="add del">
        <pc:chgData name="Ryan Kusnadi" userId="4fb58c44f6c6a5cb" providerId="LiveId" clId="{CB48D145-7F78-4649-9ECC-A7A83723D3CB}" dt="2026-10-18T07:20:13.818" v="28960" actId="47"/>
        <pc:sldMkLst>
          <pc:docMk/>
          <pc:sldMk cId="1678051060" sldId="290"/>
        </pc:sldMkLst>
      </pc:sldChg>
      <pc:sldChg chg="addSp delSp modSp add mod">
        <pc:chgData name="Ryan Kusnadi" userId="4fb58c44f6c6a5cb" providerId="LiveId" clId="{CB48D145-7F78-4649-9ECC-A7A83723D3CB}" dt="2026-10-12T08:05:45.477" v="788" actId="14100"/>
        <pc:sldMkLst>
          <pc:docMk/>
          <pc:sldMk cId="848288546" sldId="291"/>
        </pc:sldMkLst>
        <pc:spChg chg="mod">
          <ac:chgData name="Ryan Kusnadi" userId="4fb58c44f6c6a5cb" providerId="LiveId" clId="{CB48D145-7F78-4649-9ECC-A7A83723D3CB}" dt="2026-10-12T08:05:45.477" v="788" actId="14100"/>
          <ac:spMkLst>
            <pc:docMk/>
            <pc:sldMk cId="848288546" sldId="291"/>
            <ac:spMk id="10" creationId="{2FB1DDC3-CA87-C6A6-677B-CA84821B8E94}"/>
          </ac:spMkLst>
        </pc:spChg>
        <pc:picChg chg="add mod ord">
          <ac:chgData name="Ryan Kusnadi" userId="4fb58c44f6c6a5cb" providerId="LiveId" clId="{CB48D145-7F78-4649-9ECC-A7A83723D3CB}" dt="2026-10-12T08:05:35.330" v="786" actId="1038"/>
          <ac:picMkLst>
            <pc:docMk/>
            <pc:sldMk cId="848288546" sldId="291"/>
            <ac:picMk id="11" creationId="{F9D5877D-5D7A-1F0E-0358-A997BDFF8376}"/>
          </ac:picMkLst>
        </pc:picChg>
      </pc:sldChg>
      <pc:sldChg chg="modSp add del mod">
        <pc:chgData name="Ryan Kusnadi" userId="4fb58c44f6c6a5cb" providerId="LiveId" clId="{CB48D145-7F78-4649-9ECC-A7A83723D3CB}" dt="2026-10-18T07:20:31.621" v="28967" actId="47"/>
        <pc:sldMkLst>
          <pc:docMk/>
          <pc:sldMk cId="1308642389" sldId="292"/>
        </pc:sldMkLst>
      </pc:sldChg>
      <pc:sldChg chg="add del">
        <pc:chgData name="Ryan Kusnadi" userId="4fb58c44f6c6a5cb" providerId="LiveId" clId="{CB48D145-7F78-4649-9ECC-A7A83723D3CB}" dt="2026-10-18T08:17:40.105" v="31318"/>
        <pc:sldMkLst>
          <pc:docMk/>
          <pc:sldMk cId="1417853941" sldId="292"/>
        </pc:sldMkLst>
      </pc:sldChg>
      <pc:sldChg chg="add del mod modShow">
        <pc:chgData name="Ryan Kusnadi" userId="4fb58c44f6c6a5cb" providerId="LiveId" clId="{CB48D145-7F78-4649-9ECC-A7A83723D3CB}" dt="2026-10-18T07:58:01.673" v="30180" actId="47"/>
        <pc:sldMkLst>
          <pc:docMk/>
          <pc:sldMk cId="1930477101" sldId="292"/>
        </pc:sldMkLst>
      </pc:sldChg>
      <pc:sldChg chg="add del">
        <pc:chgData name="Ryan Kusnadi" userId="4fb58c44f6c6a5cb" providerId="LiveId" clId="{CB48D145-7F78-4649-9ECC-A7A83723D3CB}" dt="2026-10-18T07:55:07.502" v="30006"/>
        <pc:sldMkLst>
          <pc:docMk/>
          <pc:sldMk cId="60147812" sldId="297"/>
        </pc:sldMkLst>
      </pc:sldChg>
      <pc:sldChg chg="modSp add del mod">
        <pc:chgData name="Ryan Kusnadi" userId="4fb58c44f6c6a5cb" providerId="LiveId" clId="{CB48D145-7F78-4649-9ECC-A7A83723D3CB}" dt="2026-10-18T07:20:16.728" v="28961" actId="47"/>
        <pc:sldMkLst>
          <pc:docMk/>
          <pc:sldMk cId="2199728419" sldId="297"/>
        </pc:sldMkLst>
      </pc:sldChg>
      <pc:sldChg chg="modSp add mod">
        <pc:chgData name="Ryan Kusnadi" userId="4fb58c44f6c6a5cb" providerId="LiveId" clId="{CB48D145-7F78-4649-9ECC-A7A83723D3CB}" dt="2026-10-18T08:21:14.210" v="31443" actId="1076"/>
        <pc:sldMkLst>
          <pc:docMk/>
          <pc:sldMk cId="2508255139" sldId="297"/>
        </pc:sldMkLst>
        <pc:spChg chg="mod">
          <ac:chgData name="Ryan Kusnadi" userId="4fb58c44f6c6a5cb" providerId="LiveId" clId="{CB48D145-7F78-4649-9ECC-A7A83723D3CB}" dt="2026-10-18T08:21:14.210" v="31443" actId="1076"/>
          <ac:spMkLst>
            <pc:docMk/>
            <pc:sldMk cId="2508255139" sldId="297"/>
            <ac:spMk id="35" creationId="{F0AD6B3B-4359-9761-F032-389DA75852D7}"/>
          </ac:spMkLst>
        </pc:spChg>
      </pc:sldChg>
      <pc:sldChg chg="add del">
        <pc:chgData name="Ryan Kusnadi" userId="4fb58c44f6c6a5cb" providerId="LiveId" clId="{CB48D145-7F78-4649-9ECC-A7A83723D3CB}" dt="2026-10-18T07:47:25.178" v="29539"/>
        <pc:sldMkLst>
          <pc:docMk/>
          <pc:sldMk cId="3953888715" sldId="297"/>
        </pc:sldMkLst>
      </pc:sldChg>
      <pc:sldChg chg="addSp modSp add mod">
        <pc:chgData name="Ryan Kusnadi" userId="4fb58c44f6c6a5cb" providerId="LiveId" clId="{CB48D145-7F78-4649-9ECC-A7A83723D3CB}" dt="2026-10-18T12:03:37.296" v="32319" actId="22"/>
        <pc:sldMkLst>
          <pc:docMk/>
          <pc:sldMk cId="185257001" sldId="298"/>
        </pc:sldMkLst>
        <pc:spChg chg="add mod">
          <ac:chgData name="Ryan Kusnadi" userId="4fb58c44f6c6a5cb" providerId="LiveId" clId="{CB48D145-7F78-4649-9ECC-A7A83723D3CB}" dt="2026-10-18T07:57:54.505" v="30179" actId="20577"/>
          <ac:spMkLst>
            <pc:docMk/>
            <pc:sldMk cId="185257001" sldId="298"/>
            <ac:spMk id="8" creationId="{7E059596-0384-286A-D2F7-5A12DEB57A7A}"/>
          </ac:spMkLst>
        </pc:spChg>
        <pc:spChg chg="add">
          <ac:chgData name="Ryan Kusnadi" userId="4fb58c44f6c6a5cb" providerId="LiveId" clId="{CB48D145-7F78-4649-9ECC-A7A83723D3CB}" dt="2026-10-18T12:03:37.296" v="32319" actId="22"/>
          <ac:spMkLst>
            <pc:docMk/>
            <pc:sldMk cId="185257001" sldId="298"/>
            <ac:spMk id="10" creationId="{385725B1-6C8D-B51C-A961-852B6A152AD0}"/>
          </ac:spMkLst>
        </pc:spChg>
        <pc:spChg chg="mod">
          <ac:chgData name="Ryan Kusnadi" userId="4fb58c44f6c6a5cb" providerId="LiveId" clId="{CB48D145-7F78-4649-9ECC-A7A83723D3CB}" dt="2026-10-18T07:57:41.464" v="30125" actId="1076"/>
          <ac:spMkLst>
            <pc:docMk/>
            <pc:sldMk cId="185257001" sldId="298"/>
            <ac:spMk id="14" creationId="{3DE13473-067A-612C-BCCC-6FA9916D7420}"/>
          </ac:spMkLst>
        </pc:spChg>
      </pc:sldChg>
      <pc:sldChg chg="addSp delSp modSp add del mod">
        <pc:chgData name="Ryan Kusnadi" userId="4fb58c44f6c6a5cb" providerId="LiveId" clId="{CB48D145-7F78-4649-9ECC-A7A83723D3CB}" dt="2026-10-18T07:54:36.224" v="30004"/>
        <pc:sldMkLst>
          <pc:docMk/>
          <pc:sldMk cId="1826569587" sldId="298"/>
        </pc:sldMkLst>
        <pc:spChg chg="mod">
          <ac:chgData name="Ryan Kusnadi" userId="4fb58c44f6c6a5cb" providerId="LiveId" clId="{CB48D145-7F78-4649-9ECC-A7A83723D3CB}" dt="2026-10-18T07:53:58.795" v="30002" actId="1076"/>
          <ac:spMkLst>
            <pc:docMk/>
            <pc:sldMk cId="1826569587" sldId="298"/>
            <ac:spMk id="7" creationId="{6EA2F45E-875D-2515-134C-A08F0702906F}"/>
          </ac:spMkLst>
        </pc:spChg>
        <pc:spChg chg="add del mod ord">
          <ac:chgData name="Ryan Kusnadi" userId="4fb58c44f6c6a5cb" providerId="LiveId" clId="{CB48D145-7F78-4649-9ECC-A7A83723D3CB}" dt="2026-10-18T07:53:54.368" v="30001" actId="478"/>
          <ac:spMkLst>
            <pc:docMk/>
            <pc:sldMk cId="1826569587" sldId="298"/>
            <ac:spMk id="8" creationId="{EDDEE702-585E-4596-E03A-F954A870A9E6}"/>
          </ac:spMkLst>
        </pc:spChg>
        <pc:spChg chg="add del mod">
          <ac:chgData name="Ryan Kusnadi" userId="4fb58c44f6c6a5cb" providerId="LiveId" clId="{CB48D145-7F78-4649-9ECC-A7A83723D3CB}" dt="2026-10-18T07:52:39.298" v="29989" actId="478"/>
          <ac:spMkLst>
            <pc:docMk/>
            <pc:sldMk cId="1826569587" sldId="298"/>
            <ac:spMk id="10" creationId="{D814582F-0894-D52D-1932-D89C9BA9C635}"/>
          </ac:spMkLst>
        </pc:spChg>
        <pc:spChg chg="add mod">
          <ac:chgData name="Ryan Kusnadi" userId="4fb58c44f6c6a5cb" providerId="LiveId" clId="{CB48D145-7F78-4649-9ECC-A7A83723D3CB}" dt="2026-10-18T07:53:46.806" v="30000" actId="1076"/>
          <ac:spMkLst>
            <pc:docMk/>
            <pc:sldMk cId="1826569587" sldId="298"/>
            <ac:spMk id="14" creationId="{3DE13473-067A-612C-BCCC-6FA9916D7420}"/>
          </ac:spMkLst>
        </pc:spChg>
        <pc:spChg chg="del">
          <ac:chgData name="Ryan Kusnadi" userId="4fb58c44f6c6a5cb" providerId="LiveId" clId="{CB48D145-7F78-4649-9ECC-A7A83723D3CB}" dt="2026-10-18T07:51:54.459" v="29981" actId="478"/>
          <ac:spMkLst>
            <pc:docMk/>
            <pc:sldMk cId="1826569587" sldId="298"/>
            <ac:spMk id="116" creationId="{00000000-0000-0000-0000-000000000000}"/>
          </ac:spMkLst>
        </pc:spChg>
        <pc:graphicFrameChg chg="add mod modGraphic">
          <ac:chgData name="Ryan Kusnadi" userId="4fb58c44f6c6a5cb" providerId="LiveId" clId="{CB48D145-7F78-4649-9ECC-A7A83723D3CB}" dt="2026-10-18T07:52:03.371" v="29987" actId="14100"/>
          <ac:graphicFrameMkLst>
            <pc:docMk/>
            <pc:sldMk cId="1826569587" sldId="298"/>
            <ac:graphicFrameMk id="12" creationId="{9E1FC401-DCA0-063A-0517-26FBB58CB0F4}"/>
          </ac:graphicFrameMkLst>
        </pc:graphicFrameChg>
        <pc:graphicFrameChg chg="del modGraphic">
          <ac:chgData name="Ryan Kusnadi" userId="4fb58c44f6c6a5cb" providerId="LiveId" clId="{CB48D145-7F78-4649-9ECC-A7A83723D3CB}" dt="2026-10-18T07:51:59.602" v="29984" actId="21"/>
          <ac:graphicFrameMkLst>
            <pc:docMk/>
            <pc:sldMk cId="1826569587" sldId="298"/>
            <ac:graphicFrameMk id="118" creationId="{00000000-0000-0000-0000-000000000000}"/>
          </ac:graphicFrameMkLst>
        </pc:graphicFrameChg>
        <pc:cxnChg chg="del">
          <ac:chgData name="Ryan Kusnadi" userId="4fb58c44f6c6a5cb" providerId="LiveId" clId="{CB48D145-7F78-4649-9ECC-A7A83723D3CB}" dt="2026-10-18T07:52:00.660" v="29985" actId="478"/>
          <ac:cxnSpMkLst>
            <pc:docMk/>
            <pc:sldMk cId="1826569587" sldId="298"/>
            <ac:cxnSpMk id="117" creationId="{00000000-0000-0000-0000-000000000000}"/>
          </ac:cxnSpMkLst>
        </pc:cxnChg>
      </pc:sldChg>
      <pc:sldChg chg="add del">
        <pc:chgData name="Ryan Kusnadi" userId="4fb58c44f6c6a5cb" providerId="LiveId" clId="{CB48D145-7F78-4649-9ECC-A7A83723D3CB}" dt="2026-10-18T07:20:19.232" v="28962" actId="47"/>
        <pc:sldMkLst>
          <pc:docMk/>
          <pc:sldMk cId="2776823690" sldId="298"/>
        </pc:sldMkLst>
      </pc:sldChg>
      <pc:sldChg chg="modSp add del mod">
        <pc:chgData name="Ryan Kusnadi" userId="4fb58c44f6c6a5cb" providerId="LiveId" clId="{CB48D145-7F78-4649-9ECC-A7A83723D3CB}" dt="2026-10-18T07:20:20.029" v="28963" actId="47"/>
        <pc:sldMkLst>
          <pc:docMk/>
          <pc:sldMk cId="2078631684" sldId="299"/>
        </pc:sldMkLst>
      </pc:sldChg>
      <pc:sldChg chg="modSp add del mod">
        <pc:chgData name="Ryan Kusnadi" userId="4fb58c44f6c6a5cb" providerId="LiveId" clId="{CB48D145-7F78-4649-9ECC-A7A83723D3CB}" dt="2026-10-18T07:20:21.428" v="28964" actId="47"/>
        <pc:sldMkLst>
          <pc:docMk/>
          <pc:sldMk cId="1342430409" sldId="300"/>
        </pc:sldMkLst>
      </pc:sldChg>
      <pc:sldChg chg="modSp add del mod">
        <pc:chgData name="Ryan Kusnadi" userId="4fb58c44f6c6a5cb" providerId="LiveId" clId="{CB48D145-7F78-4649-9ECC-A7A83723D3CB}" dt="2026-10-18T07:20:22.004" v="28965" actId="47"/>
        <pc:sldMkLst>
          <pc:docMk/>
          <pc:sldMk cId="534743325" sldId="301"/>
        </pc:sldMkLst>
      </pc:sldChg>
      <pc:sldChg chg="del">
        <pc:chgData name="Ryan Kusnadi" userId="4fb58c44f6c6a5cb" providerId="LiveId" clId="{CB48D145-7F78-4649-9ECC-A7A83723D3CB}" dt="2026-10-18T07:21:30.609" v="28979" actId="2696"/>
        <pc:sldMkLst>
          <pc:docMk/>
          <pc:sldMk cId="1506858549" sldId="302"/>
        </pc:sldMkLst>
      </pc:sldChg>
      <pc:sldChg chg="add">
        <pc:chgData name="Ryan Kusnadi" userId="4fb58c44f6c6a5cb" providerId="LiveId" clId="{CB48D145-7F78-4649-9ECC-A7A83723D3CB}" dt="2026-10-18T07:21:36.607" v="28981"/>
        <pc:sldMkLst>
          <pc:docMk/>
          <pc:sldMk cId="2687893826" sldId="302"/>
        </pc:sldMkLst>
      </pc:sldChg>
      <pc:sldChg chg="addSp delSp modSp add mod ord">
        <pc:chgData name="Ryan Kusnadi" userId="4fb58c44f6c6a5cb" providerId="LiveId" clId="{CB48D145-7F78-4649-9ECC-A7A83723D3CB}" dt="2026-10-18T07:44:20.623" v="29253" actId="465"/>
        <pc:sldMkLst>
          <pc:docMk/>
          <pc:sldMk cId="4115820276" sldId="303"/>
        </pc:sldMkLst>
        <pc:spChg chg="mod">
          <ac:chgData name="Ryan Kusnadi" userId="4fb58c44f6c6a5cb" providerId="LiveId" clId="{CB48D145-7F78-4649-9ECC-A7A83723D3CB}" dt="2026-10-12T13:22:58.831" v="6361"/>
          <ac:spMkLst>
            <pc:docMk/>
            <pc:sldMk cId="4115820276" sldId="303"/>
            <ac:spMk id="2" creationId="{4E73FE6B-1F1A-0BF6-8B92-A62C074F309B}"/>
          </ac:spMkLst>
        </pc:spChg>
        <pc:spChg chg="mod">
          <ac:chgData name="Ryan Kusnadi" userId="4fb58c44f6c6a5cb" providerId="LiveId" clId="{CB48D145-7F78-4649-9ECC-A7A83723D3CB}" dt="2026-10-12T13:41:05.379" v="7231" actId="20577"/>
          <ac:spMkLst>
            <pc:docMk/>
            <pc:sldMk cId="4115820276" sldId="303"/>
            <ac:spMk id="3" creationId="{FC7B2295-673A-FB1D-F6CD-9E7118FF0796}"/>
          </ac:spMkLst>
        </pc:spChg>
        <pc:spChg chg="mod">
          <ac:chgData name="Ryan Kusnadi" userId="4fb58c44f6c6a5cb" providerId="LiveId" clId="{CB48D145-7F78-4649-9ECC-A7A83723D3CB}" dt="2026-10-12T13:23:37.855" v="6369" actId="13926"/>
          <ac:spMkLst>
            <pc:docMk/>
            <pc:sldMk cId="4115820276" sldId="303"/>
            <ac:spMk id="5" creationId="{0DB40ECA-3E78-8858-FFB9-DF8D01D5CA46}"/>
          </ac:spMkLst>
        </pc:spChg>
        <pc:spChg chg="add mod">
          <ac:chgData name="Ryan Kusnadi" userId="4fb58c44f6c6a5cb" providerId="LiveId" clId="{CB48D145-7F78-4649-9ECC-A7A83723D3CB}" dt="2026-10-18T07:25:56.102" v="29029" actId="1076"/>
          <ac:spMkLst>
            <pc:docMk/>
            <pc:sldMk cId="4115820276" sldId="303"/>
            <ac:spMk id="7" creationId="{B7CD622C-41C4-E2CB-08BB-195EFD86E0A0}"/>
          </ac:spMkLst>
        </pc:spChg>
        <pc:spChg chg="mo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18" creationId="{5920D787-20E1-B8EA-DBC0-61C420D5CABE}"/>
          </ac:spMkLst>
        </pc:spChg>
        <pc:spChg chg="mod topLvl">
          <ac:chgData name="Ryan Kusnadi" userId="4fb58c44f6c6a5cb" providerId="LiveId" clId="{CB48D145-7F78-4649-9ECC-A7A83723D3CB}" dt="2026-10-12T12:31:22.779" v="3103" actId="20577"/>
          <ac:spMkLst>
            <pc:docMk/>
            <pc:sldMk cId="4115820276" sldId="303"/>
            <ac:spMk id="25" creationId="{2D4C4A14-5E1C-7FC4-22E4-DDA51ECDF5F8}"/>
          </ac:spMkLst>
        </pc:spChg>
        <pc:spChg chg="add mod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29" creationId="{DDB2870F-ADF2-48C5-15D8-C15690B27D12}"/>
          </ac:spMkLst>
        </pc:spChg>
        <pc:spChg chg="add mod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3" creationId="{8793FB14-4197-3420-6793-6AB3035FC7A8}"/>
          </ac:spMkLst>
        </pc:spChg>
        <pc:spChg chg="add del mod">
          <ac:chgData name="Ryan Kusnadi" userId="4fb58c44f6c6a5cb" providerId="LiveId" clId="{CB48D145-7F78-4649-9ECC-A7A83723D3CB}" dt="2026-10-12T13:18:02.865" v="6079" actId="164"/>
          <ac:spMkLst>
            <pc:docMk/>
            <pc:sldMk cId="4115820276" sldId="303"/>
            <ac:spMk id="37" creationId="{E8137CB4-6034-DEB7-7708-45DC142420D7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3" creationId="{BAEB8064-CD8D-A444-11F6-409E8C2FA7C2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5" creationId="{8C399849-21C3-F7F7-E591-67162B1C9FB9}"/>
          </ac:spMkLst>
        </pc:spChg>
        <pc:spChg chg="add mod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47" creationId="{595A612E-1993-DC13-CF5F-F1531B52AA8F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49" creationId="{ECD38463-FEF6-87B3-06A2-125B5A04ECE8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1" creationId="{6C836B21-E095-88BC-3B26-7AC8F4620DB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4" creationId="{C9B2ADD6-1706-A236-3B59-F0FCCE9D92F1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6" creationId="{41E51591-B234-1642-3CDB-C9FEABD6AC41}"/>
          </ac:spMkLst>
        </pc:spChg>
        <pc:spChg chg="mod or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61" creationId="{6794BF5E-4DED-19F5-029C-3DE9EF2EB2F0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62" creationId="{AF53E4B1-7954-3CD4-61FA-23E28C3243A4}"/>
          </ac:spMkLst>
        </pc:spChg>
        <pc:spChg chg="mod topLvl">
          <ac:chgData name="Ryan Kusnadi" userId="4fb58c44f6c6a5cb" providerId="LiveId" clId="{CB48D145-7F78-4649-9ECC-A7A83723D3CB}" dt="2026-10-12T13:09:17.328" v="5678" actId="14100"/>
          <ac:spMkLst>
            <pc:docMk/>
            <pc:sldMk cId="4115820276" sldId="303"/>
            <ac:spMk id="70" creationId="{175709CB-2E55-9980-CF24-AC74461715DE}"/>
          </ac:spMkLst>
        </pc:spChg>
        <pc:spChg chg="mod">
          <ac:chgData name="Ryan Kusnadi" userId="4fb58c44f6c6a5cb" providerId="LiveId" clId="{CB48D145-7F78-4649-9ECC-A7A83723D3CB}" dt="2026-10-12T16:36:41.227" v="15628" actId="14100"/>
          <ac:spMkLst>
            <pc:docMk/>
            <pc:sldMk cId="4115820276" sldId="303"/>
            <ac:spMk id="71" creationId="{2F05E98C-9B09-EF4D-C08E-ABFFF6BA6A6B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2" creationId="{9E86F92D-31CF-868A-B041-9F1188E2C632}"/>
          </ac:spMkLst>
        </pc:spChg>
        <pc:spChg chg="add mod topLvl">
          <ac:chgData name="Ryan Kusnadi" userId="4fb58c44f6c6a5cb" providerId="LiveId" clId="{CB48D145-7F78-4649-9ECC-A7A83723D3CB}" dt="2026-10-12T16:36:44.841" v="15635" actId="14100"/>
          <ac:spMkLst>
            <pc:docMk/>
            <pc:sldMk cId="4115820276" sldId="303"/>
            <ac:spMk id="73" creationId="{343CAE37-5520-D717-DEF1-A803B8D2027F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5" creationId="{6C54A406-8BF1-BAAA-AA4A-CA60596D3FE1}"/>
          </ac:spMkLst>
        </pc:spChg>
        <pc:spChg chg="add mod topLvl">
          <ac:chgData name="Ryan Kusnadi" userId="4fb58c44f6c6a5cb" providerId="LiveId" clId="{CB48D145-7F78-4649-9ECC-A7A83723D3CB}" dt="2026-10-12T16:36:50.998" v="15640" actId="14100"/>
          <ac:spMkLst>
            <pc:docMk/>
            <pc:sldMk cId="4115820276" sldId="303"/>
            <ac:spMk id="77" creationId="{D7F4D276-1A68-F4D9-3196-013720602E4C}"/>
          </ac:spMkLst>
        </pc:spChg>
        <pc:spChg chg="add mod topLvl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81" creationId="{70648E8C-BD8E-4106-6E2B-642B40D1C572}"/>
          </ac:spMkLst>
        </pc:spChg>
        <pc:spChg chg="add mod topLvl">
          <ac:chgData name="Ryan Kusnadi" userId="4fb58c44f6c6a5cb" providerId="LiveId" clId="{CB48D145-7F78-4649-9ECC-A7A83723D3CB}" dt="2026-10-12T16:36:55.177" v="15647" actId="14100"/>
          <ac:spMkLst>
            <pc:docMk/>
            <pc:sldMk cId="4115820276" sldId="303"/>
            <ac:spMk id="82" creationId="{C69AA671-9B09-72F7-EED5-4CFB4AE0AE3F}"/>
          </ac:spMkLst>
        </pc:spChg>
        <pc:spChg chg="add 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83" creationId="{090580EB-513C-5C40-E9E0-4A9C7AC918E3}"/>
          </ac:spMkLst>
        </pc:spChg>
        <pc:spChg chg="mod topLvl">
          <ac:chgData name="Ryan Kusnadi" userId="4fb58c44f6c6a5cb" providerId="LiveId" clId="{CB48D145-7F78-4649-9ECC-A7A83723D3CB}" dt="2026-10-12T16:37:02.366" v="15658" actId="14100"/>
          <ac:spMkLst>
            <pc:docMk/>
            <pc:sldMk cId="4115820276" sldId="303"/>
            <ac:spMk id="84" creationId="{4A17F66F-A685-AC87-CB0E-170133757724}"/>
          </ac:spMkLst>
        </pc:spChg>
        <pc:spChg chg="add mod topLvl">
          <ac:chgData name="Ryan Kusnadi" userId="4fb58c44f6c6a5cb" providerId="LiveId" clId="{CB48D145-7F78-4649-9ECC-A7A83723D3CB}" dt="2026-10-12T13:18:40.072" v="6096" actId="403"/>
          <ac:spMkLst>
            <pc:docMk/>
            <pc:sldMk cId="4115820276" sldId="303"/>
            <ac:spMk id="87" creationId="{04A18EF7-DB25-5E60-D9F6-5F8B0B434547}"/>
          </ac:spMkLst>
        </pc:spChg>
        <pc:spChg chg="add mod topLvl">
          <ac:chgData name="Ryan Kusnadi" userId="4fb58c44f6c6a5cb" providerId="LiveId" clId="{CB48D145-7F78-4649-9ECC-A7A83723D3CB}" dt="2026-10-12T13:26:42.289" v="6622" actId="113"/>
          <ac:spMkLst>
            <pc:docMk/>
            <pc:sldMk cId="4115820276" sldId="303"/>
            <ac:spMk id="90" creationId="{6771A456-0AC7-1125-129B-E64C986F6E71}"/>
          </ac:spMkLst>
        </pc:spChg>
        <pc:spChg chg="mod">
          <ac:chgData name="Ryan Kusnadi" userId="4fb58c44f6c6a5cb" providerId="LiveId" clId="{CB48D145-7F78-4649-9ECC-A7A83723D3CB}" dt="2026-10-12T13:26:46.501" v="6623" actId="113"/>
          <ac:spMkLst>
            <pc:docMk/>
            <pc:sldMk cId="4115820276" sldId="303"/>
            <ac:spMk id="91" creationId="{7DCCB341-CDEA-4B5D-90CD-3C9961522769}"/>
          </ac:spMkLst>
        </pc:spChg>
        <pc:spChg chg="mod">
          <ac:chgData name="Ryan Kusnadi" userId="4fb58c44f6c6a5cb" providerId="LiveId" clId="{CB48D145-7F78-4649-9ECC-A7A83723D3CB}" dt="2026-10-12T13:26:57.779" v="6628" actId="113"/>
          <ac:spMkLst>
            <pc:docMk/>
            <pc:sldMk cId="4115820276" sldId="303"/>
            <ac:spMk id="99" creationId="{A05F51AD-071E-E6C7-9452-F55225977E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3" creationId="{C722275F-BB1B-2534-937C-49792253829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114" creationId="{D637DA04-76E0-8A47-EEBA-56A065D3F4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5" creationId="{5D8D17D0-0177-03CF-D770-272FD7A6283E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7" creationId="{23D68D1B-E616-66CF-4DD1-318C506FB420}"/>
          </ac:spMkLst>
        </pc:spChg>
        <pc:spChg chg="add mod">
          <ac:chgData name="Ryan Kusnadi" userId="4fb58c44f6c6a5cb" providerId="LiveId" clId="{CB48D145-7F78-4649-9ECC-A7A83723D3CB}" dt="2026-10-12T13:16:25.226" v="6034" actId="164"/>
          <ac:spMkLst>
            <pc:docMk/>
            <pc:sldMk cId="4115820276" sldId="303"/>
            <ac:spMk id="118" creationId="{2F50640E-5781-F1A5-607A-DE91C165F437}"/>
          </ac:spMkLst>
        </pc:spChg>
        <pc:spChg chg="mod topLvl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9" creationId="{BE04053B-C98A-B041-19F6-9FE37901B0DB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3" creationId="{53A501EE-2DC1-2BE7-CC1D-32B81A9D13D0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5" creationId="{8F0027D8-78B3-B3A0-2E8C-3158AE460AFA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7" creationId="{1DE4365C-BC5C-CF55-2BD5-83D2C806CDEE}"/>
          </ac:spMkLst>
        </pc:spChg>
        <pc:spChg chg="mod">
          <ac:chgData name="Ryan Kusnadi" userId="4fb58c44f6c6a5cb" providerId="LiveId" clId="{CB48D145-7F78-4649-9ECC-A7A83723D3CB}" dt="2026-10-12T13:25:59.901" v="6612" actId="553"/>
          <ac:spMkLst>
            <pc:docMk/>
            <pc:sldMk cId="4115820276" sldId="303"/>
            <ac:spMk id="203" creationId="{AAD37FD7-B7AB-8762-91F5-B18102DCC583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204" creationId="{E420C02B-65F7-6086-CAF7-03CA8A421D7F}"/>
          </ac:spMkLst>
        </pc:spChg>
        <pc:spChg chg="mod topLvl">
          <ac:chgData name="Ryan Kusnadi" userId="4fb58c44f6c6a5cb" providerId="LiveId" clId="{CB48D145-7F78-4649-9ECC-A7A83723D3CB}" dt="2026-10-18T07:25:18.360" v="29023" actId="207"/>
          <ac:spMkLst>
            <pc:docMk/>
            <pc:sldMk cId="4115820276" sldId="303"/>
            <ac:spMk id="287" creationId="{779FAEB3-77E2-6665-AFEF-199B59EADA16}"/>
          </ac:spMkLst>
        </pc:spChg>
        <pc:spChg chg="mod topLvl">
          <ac:chgData name="Ryan Kusnadi" userId="4fb58c44f6c6a5cb" providerId="LiveId" clId="{CB48D145-7F78-4649-9ECC-A7A83723D3CB}" dt="2026-10-18T07:25:21.160" v="29024" actId="207"/>
          <ac:spMkLst>
            <pc:docMk/>
            <pc:sldMk cId="4115820276" sldId="303"/>
            <ac:spMk id="290" creationId="{2E507C81-EF7D-8375-427B-962B7E702BC6}"/>
          </ac:spMkLst>
        </pc:spChg>
        <pc:spChg chg="mod topLvl">
          <ac:chgData name="Ryan Kusnadi" userId="4fb58c44f6c6a5cb" providerId="LiveId" clId="{CB48D145-7F78-4649-9ECC-A7A83723D3CB}" dt="2026-10-18T07:25:27.173" v="29025" actId="207"/>
          <ac:spMkLst>
            <pc:docMk/>
            <pc:sldMk cId="4115820276" sldId="303"/>
            <ac:spMk id="292" creationId="{84869704-F413-21AE-1734-95798A7A6604}"/>
          </ac:spMkLst>
        </pc:spChg>
        <pc:spChg chg="mod topLvl">
          <ac:chgData name="Ryan Kusnadi" userId="4fb58c44f6c6a5cb" providerId="LiveId" clId="{CB48D145-7F78-4649-9ECC-A7A83723D3CB}" dt="2026-10-18T07:25:40.275" v="29028" actId="207"/>
          <ac:spMkLst>
            <pc:docMk/>
            <pc:sldMk cId="4115820276" sldId="303"/>
            <ac:spMk id="294" creationId="{252AE9A6-09AD-40F6-FB16-EA071E0A8739}"/>
          </ac:spMkLst>
        </pc:spChg>
        <pc:spChg chg="mod topLvl">
          <ac:chgData name="Ryan Kusnadi" userId="4fb58c44f6c6a5cb" providerId="LiveId" clId="{CB48D145-7F78-4649-9ECC-A7A83723D3CB}" dt="2026-10-18T07:25:40.275" v="29028" actId="207"/>
          <ac:spMkLst>
            <pc:docMk/>
            <pc:sldMk cId="4115820276" sldId="303"/>
            <ac:spMk id="296" creationId="{52A1B151-5C59-2C1A-68DD-FF5E737108F5}"/>
          </ac:spMkLst>
        </pc:spChg>
        <pc:spChg chg="mod topLvl">
          <ac:chgData name="Ryan Kusnadi" userId="4fb58c44f6c6a5cb" providerId="LiveId" clId="{CB48D145-7F78-4649-9ECC-A7A83723D3CB}" dt="2026-10-18T07:25:40.275" v="29028" actId="207"/>
          <ac:spMkLst>
            <pc:docMk/>
            <pc:sldMk cId="4115820276" sldId="303"/>
            <ac:spMk id="298" creationId="{A390D8FB-AAB4-F17E-69D1-10CFA67A97B7}"/>
          </ac:spMkLst>
        </pc:spChg>
        <pc:spChg chg="mod topLvl">
          <ac:chgData name="Ryan Kusnadi" userId="4fb58c44f6c6a5cb" providerId="LiveId" clId="{CB48D145-7F78-4649-9ECC-A7A83723D3CB}" dt="2026-10-18T07:25:30.820" v="29026" actId="207"/>
          <ac:spMkLst>
            <pc:docMk/>
            <pc:sldMk cId="4115820276" sldId="303"/>
            <ac:spMk id="300" creationId="{25695E4B-F867-6C24-D493-F13884649913}"/>
          </ac:spMkLst>
        </pc:spChg>
        <pc:grpChg chg="mod">
          <ac:chgData name="Ryan Kusnadi" userId="4fb58c44f6c6a5cb" providerId="LiveId" clId="{CB48D145-7F78-4649-9ECC-A7A83723D3CB}" dt="2026-10-12T12:38:53.799" v="3776" actId="164"/>
          <ac:grpSpMkLst>
            <pc:docMk/>
            <pc:sldMk cId="4115820276" sldId="303"/>
            <ac:grpSpMk id="64" creationId="{8F37A760-C5C4-3F2A-4BA4-A2A22E05F42B}"/>
          </ac:grpSpMkLst>
        </pc:grpChg>
        <pc:grpChg chg="add mod">
          <ac:chgData name="Ryan Kusnadi" userId="4fb58c44f6c6a5cb" providerId="LiveId" clId="{CB48D145-7F78-4649-9ECC-A7A83723D3CB}" dt="2026-10-12T13:42:20.155" v="7249" actId="164"/>
          <ac:grpSpMkLst>
            <pc:docMk/>
            <pc:sldMk cId="4115820276" sldId="303"/>
            <ac:grpSpMk id="65" creationId="{E737FCB5-10BB-DDC8-39DA-AD5BED4A75BD}"/>
          </ac:grpSpMkLst>
        </pc:grpChg>
        <pc:grpChg chg="mod topLvl">
          <ac:chgData name="Ryan Kusnadi" userId="4fb58c44f6c6a5cb" providerId="LiveId" clId="{CB48D145-7F78-4649-9ECC-A7A83723D3CB}" dt="2026-10-12T14:01:03.138" v="8039" actId="165"/>
          <ac:grpSpMkLst>
            <pc:docMk/>
            <pc:sldMk cId="4115820276" sldId="303"/>
            <ac:grpSpMk id="120" creationId="{CC58A38C-4AF1-9003-DACE-01F6264E7D01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28" creationId="{FA85289E-B360-CFCF-CFBE-717C44EF8DC3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30" creationId="{5D544924-7406-0C1F-C834-995BBCAE6C03}"/>
          </ac:grpSpMkLst>
        </pc:grpChg>
        <pc:grpChg chg="add mod">
          <ac:chgData name="Ryan Kusnadi" userId="4fb58c44f6c6a5cb" providerId="LiveId" clId="{CB48D145-7F78-4649-9ECC-A7A83723D3CB}" dt="2026-10-12T13:42:31.464" v="7253" actId="12789"/>
          <ac:grpSpMkLst>
            <pc:docMk/>
            <pc:sldMk cId="4115820276" sldId="303"/>
            <ac:grpSpMk id="238" creationId="{696B2601-B8D0-F825-C29E-FA50122EA778}"/>
          </ac:grpSpMkLst>
        </pc:grpChg>
        <pc:grpChg chg="add mod">
          <ac:chgData name="Ryan Kusnadi" userId="4fb58c44f6c6a5cb" providerId="LiveId" clId="{CB48D145-7F78-4649-9ECC-A7A83723D3CB}" dt="2026-10-12T14:00:39.217" v="8030" actId="14100"/>
          <ac:grpSpMkLst>
            <pc:docMk/>
            <pc:sldMk cId="4115820276" sldId="303"/>
            <ac:grpSpMk id="240" creationId="{205CE2A5-76EF-82CE-B8D2-6D923F634176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07" creationId="{6F30DBCC-506F-57E9-A100-3BA8A38A739D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16" creationId="{343B0627-17EC-FBDC-CFAE-B6E94C25FE6F}"/>
          </ac:grpSpMkLst>
        </pc:grpChg>
        <pc:grpChg chg="mod">
          <ac:chgData name="Ryan Kusnadi" userId="4fb58c44f6c6a5cb" providerId="LiveId" clId="{CB48D145-7F78-4649-9ECC-A7A83723D3CB}" dt="2026-10-12T12:35:57.281" v="3462" actId="12788"/>
          <ac:grpSpMkLst>
            <pc:docMk/>
            <pc:sldMk cId="4115820276" sldId="303"/>
            <ac:grpSpMk id="318" creationId="{8104917E-9B27-C264-B390-A6EB2B5E582B}"/>
          </ac:grpSpMkLst>
        </pc:grpChg>
        <pc:picChg chg="mod topLvl">
          <ac:chgData name="Ryan Kusnadi" userId="4fb58c44f6c6a5cb" providerId="LiveId" clId="{CB48D145-7F78-4649-9ECC-A7A83723D3CB}" dt="2026-10-18T07:44:20.623" v="29253" actId="465"/>
          <ac:picMkLst>
            <pc:docMk/>
            <pc:sldMk cId="4115820276" sldId="303"/>
            <ac:picMk id="14" creationId="{A7D32188-5357-378B-4DEB-735EA5A67C28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7" creationId="{BA572EA0-DE65-1255-2364-398F4703B867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9" creationId="{B97FA0C0-C206-8BE9-12E7-F5EF219EFCEF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1" creationId="{84802CEC-FC39-4CF8-BF49-0385BCDC77ED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3" creationId="{4AC2B33F-CC98-2292-2DC7-EAD3D7681B8E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7" creationId="{815656E0-6349-6872-6AA6-2D996901BE35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22" creationId="{4F28FBFD-043D-0504-D122-D02804E39FA3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47" creationId="{4A300DFA-894C-FA53-51FA-A622217B6707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53" creationId="{DDC6DE12-BE7D-3BAF-5731-374431BE5499}"/>
          </ac:picMkLst>
        </pc:picChg>
        <pc:picChg chg="mod">
          <ac:chgData name="Ryan Kusnadi" userId="4fb58c44f6c6a5cb" providerId="LiveId" clId="{CB48D145-7F78-4649-9ECC-A7A83723D3CB}" dt="2026-10-12T12:38:52.005" v="3775" actId="164"/>
          <ac:picMkLst>
            <pc:docMk/>
            <pc:sldMk cId="4115820276" sldId="303"/>
            <ac:picMk id="301" creationId="{109D01E7-BD90-2B1D-EEF5-C2DFEFC587FB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309" creationId="{8B4CA421-FF72-4386-EBD5-2C59457D3C84}"/>
          </ac:picMkLst>
        </pc:picChg>
        <pc:cxnChg chg="mod ord topLvl">
          <ac:chgData name="Ryan Kusnadi" userId="4fb58c44f6c6a5cb" providerId="LiveId" clId="{CB48D145-7F78-4649-9ECC-A7A83723D3CB}" dt="2026-10-12T12:24:06.365" v="2186" actId="165"/>
          <ac:cxnSpMkLst>
            <pc:docMk/>
            <pc:sldMk cId="4115820276" sldId="303"/>
            <ac:cxnSpMk id="24" creationId="{2E54DCC7-64A3-D975-DAFB-601EF497C046}"/>
          </ac:cxnSpMkLst>
        </pc:cxnChg>
        <pc:cxnChg chg="add mod">
          <ac:chgData name="Ryan Kusnadi" userId="4fb58c44f6c6a5cb" providerId="LiveId" clId="{CB48D145-7F78-4649-9ECC-A7A83723D3CB}" dt="2026-10-12T12:49:46.054" v="4450" actId="1035"/>
          <ac:cxnSpMkLst>
            <pc:docMk/>
            <pc:sldMk cId="4115820276" sldId="303"/>
            <ac:cxnSpMk id="28" creationId="{BC5E38C6-E566-B22E-C876-1C696B4BA0C3}"/>
          </ac:cxnSpMkLst>
        </pc:cxnChg>
        <pc:cxnChg chg="mod">
          <ac:chgData name="Ryan Kusnadi" userId="4fb58c44f6c6a5cb" providerId="LiveId" clId="{CB48D145-7F78-4649-9ECC-A7A83723D3CB}" dt="2026-10-12T13:09:17.328" v="5678" actId="14100"/>
          <ac:cxnSpMkLst>
            <pc:docMk/>
            <pc:sldMk cId="4115820276" sldId="303"/>
            <ac:cxnSpMk id="69" creationId="{EBEFACFC-1CC4-C6F1-4637-B9EE6198414D}"/>
          </ac:cxnSpMkLst>
        </pc:cxnChg>
      </pc:sldChg>
      <pc:sldChg chg="addSp modSp add mod">
        <pc:chgData name="Ryan Kusnadi" userId="4fb58c44f6c6a5cb" providerId="LiveId" clId="{CB48D145-7F78-4649-9ECC-A7A83723D3CB}" dt="2026-10-12T14:36:15.030" v="9626" actId="164"/>
        <pc:sldMkLst>
          <pc:docMk/>
          <pc:sldMk cId="4246015871" sldId="304"/>
        </pc:sldMkLst>
        <pc:spChg chg="add mod">
          <ac:chgData name="Ryan Kusnadi" userId="4fb58c44f6c6a5cb" providerId="LiveId" clId="{CB48D145-7F78-4649-9ECC-A7A83723D3CB}" dt="2026-10-12T14:36:15.030" v="9626" actId="164"/>
          <ac:spMkLst>
            <pc:docMk/>
            <pc:sldMk cId="4246015871" sldId="304"/>
            <ac:spMk id="57" creationId="{B8304274-5B2C-9FBB-98D7-37BFC1A0224C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5" creationId="{A75F053B-9E03-3936-629D-2318AA848530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6" creationId="{E22D813B-3864-050F-01EB-51882ACA4A2E}"/>
          </ac:spMkLst>
        </pc:s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6" creationId="{0F0ACD1B-0955-0C5B-94A9-156F8F8F7D89}"/>
          </ac:grpSpMkLst>
        </pc:gr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82" creationId="{14535990-6915-20EC-CBDD-55379323230B}"/>
          </ac:grpSpMkLst>
        </pc:grpChg>
        <pc:grpChg chg="mod">
          <ac:chgData name="Ryan Kusnadi" userId="4fb58c44f6c6a5cb" providerId="LiveId" clId="{CB48D145-7F78-4649-9ECC-A7A83723D3CB}" dt="2026-10-12T14:36:13.611" v="9625"/>
          <ac:grpSpMkLst>
            <pc:docMk/>
            <pc:sldMk cId="4246015871" sldId="304"/>
            <ac:grpSpMk id="84" creationId="{F55339A8-26A7-3316-B006-2048D4E710A1}"/>
          </ac:grpSpMkLst>
        </pc:grpChg>
        <pc:graphicFrameChg chg="add mod">
          <ac:chgData name="Ryan Kusnadi" userId="4fb58c44f6c6a5cb" providerId="LiveId" clId="{CB48D145-7F78-4649-9ECC-A7A83723D3CB}" dt="2026-10-12T14:36:15.030" v="9626" actId="164"/>
          <ac:graphicFrameMkLst>
            <pc:docMk/>
            <pc:sldMk cId="4246015871" sldId="304"/>
            <ac:graphicFrameMk id="48" creationId="{0797F946-BC19-FEE0-438D-55E5BA9FDEFF}"/>
          </ac:graphicFrameMkLst>
        </pc:graphicFrameChg>
        <pc:cxnChg chg="mod">
          <ac:chgData name="Ryan Kusnadi" userId="4fb58c44f6c6a5cb" providerId="LiveId" clId="{CB48D145-7F78-4649-9ECC-A7A83723D3CB}" dt="2026-10-12T14:36:13.611" v="9625"/>
          <ac:cxnSpMkLst>
            <pc:docMk/>
            <pc:sldMk cId="4246015871" sldId="304"/>
            <ac:cxnSpMk id="83" creationId="{858B2787-B6D6-64F9-E4B7-7503A9F4F6E6}"/>
          </ac:cxnSpMkLst>
        </pc:cxnChg>
      </pc:sldChg>
      <pc:sldChg chg="addSp delSp modSp add del mod">
        <pc:chgData name="Ryan Kusnadi" userId="4fb58c44f6c6a5cb" providerId="LiveId" clId="{CB48D145-7F78-4649-9ECC-A7A83723D3CB}" dt="2026-10-18T07:26:12.101" v="29030" actId="47"/>
        <pc:sldMkLst>
          <pc:docMk/>
          <pc:sldMk cId="3191041250" sldId="305"/>
        </pc:sldMkLst>
        <pc:spChg chg="add mod">
          <ac:chgData name="Ryan Kusnadi" userId="4fb58c44f6c6a5cb" providerId="LiveId" clId="{CB48D145-7F78-4649-9ECC-A7A83723D3CB}" dt="2026-10-18T02:37:14.539" v="19057" actId="164"/>
          <ac:spMkLst>
            <pc:docMk/>
            <pc:sldMk cId="3191041250" sldId="305"/>
            <ac:spMk id="7" creationId="{CD6BABFC-B18D-8E7B-F48C-56346BA429BF}"/>
          </ac:spMkLst>
        </pc:spChg>
        <pc:spChg chg="mod">
          <ac:chgData name="Ryan Kusnadi" userId="4fb58c44f6c6a5cb" providerId="LiveId" clId="{CB48D145-7F78-4649-9ECC-A7A83723D3CB}" dt="2026-10-18T02:37:14.539" v="19057" actId="164"/>
          <ac:spMkLst>
            <pc:docMk/>
            <pc:sldMk cId="3191041250" sldId="305"/>
            <ac:spMk id="8" creationId="{563D8B8B-8130-C4C0-1E21-2D4B32889FE1}"/>
          </ac:spMkLst>
        </pc:spChg>
        <pc:spChg chg="add">
          <ac:chgData name="Ryan Kusnadi" userId="4fb58c44f6c6a5cb" providerId="LiveId" clId="{CB48D145-7F78-4649-9ECC-A7A83723D3CB}" dt="2026-10-18T02:34:33.562" v="18968" actId="22"/>
          <ac:spMkLst>
            <pc:docMk/>
            <pc:sldMk cId="3191041250" sldId="305"/>
            <ac:spMk id="9" creationId="{2FA2D1C8-E598-DB33-066E-4F1453103C2D}"/>
          </ac:spMkLst>
        </pc:spChg>
        <pc:spChg chg="add del mod">
          <ac:chgData name="Ryan Kusnadi" userId="4fb58c44f6c6a5cb" providerId="LiveId" clId="{CB48D145-7F78-4649-9ECC-A7A83723D3CB}" dt="2026-10-18T02:37:12.872" v="19056" actId="478"/>
          <ac:spMkLst>
            <pc:docMk/>
            <pc:sldMk cId="3191041250" sldId="305"/>
            <ac:spMk id="10" creationId="{C3F2293B-A796-8F4F-CE62-CB4E7E54C7DA}"/>
          </ac:spMkLst>
        </pc:spChg>
        <pc:spChg chg="add mod">
          <ac:chgData name="Ryan Kusnadi" userId="4fb58c44f6c6a5cb" providerId="LiveId" clId="{CB48D145-7F78-4649-9ECC-A7A83723D3CB}" dt="2026-10-18T02:41:12.764" v="19179" actId="20577"/>
          <ac:spMkLst>
            <pc:docMk/>
            <pc:sldMk cId="3191041250" sldId="305"/>
            <ac:spMk id="13" creationId="{37FDA972-3994-A59B-D179-4A24AAF25738}"/>
          </ac:spMkLst>
        </pc:spChg>
        <pc:grpChg chg="add mod">
          <ac:chgData name="Ryan Kusnadi" userId="4fb58c44f6c6a5cb" providerId="LiveId" clId="{CB48D145-7F78-4649-9ECC-A7A83723D3CB}" dt="2026-10-18T02:37:20.184" v="19074" actId="1036"/>
          <ac:grpSpMkLst>
            <pc:docMk/>
            <pc:sldMk cId="3191041250" sldId="305"/>
            <ac:grpSpMk id="11" creationId="{E7A8416E-FFAD-651D-74EA-144459BD4EC8}"/>
          </ac:grpSpMkLst>
        </pc:grpChg>
      </pc:sldChg>
      <pc:sldChg chg="add del">
        <pc:chgData name="Ryan Kusnadi" userId="4fb58c44f6c6a5cb" providerId="LiveId" clId="{CB48D145-7F78-4649-9ECC-A7A83723D3CB}" dt="2026-10-18T04:37:01.330" v="23415"/>
        <pc:sldMkLst>
          <pc:docMk/>
          <pc:sldMk cId="3081301716" sldId="306"/>
        </pc:sldMkLst>
      </pc:sldChg>
      <pc:sldChg chg="addSp delSp modSp add del mod">
        <pc:chgData name="Ryan Kusnadi" userId="4fb58c44f6c6a5cb" providerId="LiveId" clId="{CB48D145-7F78-4649-9ECC-A7A83723D3CB}" dt="2026-10-18T04:35:02.695" v="23411"/>
        <pc:sldMkLst>
          <pc:docMk/>
          <pc:sldMk cId="3164282101" sldId="306"/>
        </pc:sldMkLst>
        <pc:spChg chg="mod">
          <ac:chgData name="Ryan Kusnadi" userId="4fb58c44f6c6a5cb" providerId="LiveId" clId="{CB48D145-7F78-4649-9ECC-A7A83723D3CB}" dt="2026-10-18T04:33:32.450" v="23408" actId="13926"/>
          <ac:spMkLst>
            <pc:docMk/>
            <pc:sldMk cId="3164282101" sldId="306"/>
            <ac:spMk id="2" creationId="{5F5815AF-3FFD-DF4C-9141-34F797D26BB1}"/>
          </ac:spMkLst>
        </pc:spChg>
        <pc:spChg chg="add mod">
          <ac:chgData name="Ryan Kusnadi" userId="4fb58c44f6c6a5cb" providerId="LiveId" clId="{CB48D145-7F78-4649-9ECC-A7A83723D3CB}" dt="2026-10-18T04:32:35.685" v="23404" actId="1076"/>
          <ac:spMkLst>
            <pc:docMk/>
            <pc:sldMk cId="3164282101" sldId="306"/>
            <ac:spMk id="7" creationId="{CAE311FD-D0E1-D2B9-B944-97C573435563}"/>
          </ac:spMkLst>
        </pc:spChg>
        <pc:spChg chg="add mod">
          <ac:chgData name="Ryan Kusnadi" userId="4fb58c44f6c6a5cb" providerId="LiveId" clId="{CB48D145-7F78-4649-9ECC-A7A83723D3CB}" dt="2026-10-18T04:06:23.712" v="23138"/>
          <ac:spMkLst>
            <pc:docMk/>
            <pc:sldMk cId="3164282101" sldId="306"/>
            <ac:spMk id="8" creationId="{A04DA57E-C49D-D417-1B0D-6B69BFBE7101}"/>
          </ac:spMkLst>
        </pc:spChg>
        <pc:spChg chg="del mod">
          <ac:chgData name="Ryan Kusnadi" userId="4fb58c44f6c6a5cb" providerId="LiveId" clId="{CB48D145-7F78-4649-9ECC-A7A83723D3CB}" dt="2026-10-18T02:46:36.101" v="19182" actId="478"/>
          <ac:spMkLst>
            <pc:docMk/>
            <pc:sldMk cId="3164282101" sldId="306"/>
            <ac:spMk id="8" creationId="{A79EEEC4-2F88-EDDD-4EEA-D33AF03ADD84}"/>
          </ac:spMkLst>
        </pc:spChg>
        <pc:spChg chg="mod">
          <ac:chgData name="Ryan Kusnadi" userId="4fb58c44f6c6a5cb" providerId="LiveId" clId="{CB48D145-7F78-4649-9ECC-A7A83723D3CB}" dt="2026-10-18T04:24:46.195" v="23236" actId="207"/>
          <ac:spMkLst>
            <pc:docMk/>
            <pc:sldMk cId="3164282101" sldId="306"/>
            <ac:spMk id="9" creationId="{6BA1CD5B-FE0F-FB16-608C-9922D2A8F6D5}"/>
          </ac:spMkLst>
        </pc:spChg>
        <pc:spChg chg="add del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10" creationId="{BFB969D6-CB5F-6C02-A287-C5E953733805}"/>
          </ac:spMkLst>
        </pc:spChg>
        <pc:spChg chg="add del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12" creationId="{4FDD4B0A-E32B-CAEB-C839-93E686F6137B}"/>
          </ac:spMkLst>
        </pc:spChg>
        <pc:spChg chg="add">
          <ac:chgData name="Ryan Kusnadi" userId="4fb58c44f6c6a5cb" providerId="LiveId" clId="{CB48D145-7F78-4649-9ECC-A7A83723D3CB}" dt="2026-10-18T02:46:36.563" v="19183" actId="22"/>
          <ac:spMkLst>
            <pc:docMk/>
            <pc:sldMk cId="3164282101" sldId="306"/>
            <ac:spMk id="14" creationId="{E7EEB5F4-C9EC-F316-88E4-8973E0C9A59C}"/>
          </ac:spMkLst>
        </pc:spChg>
        <pc:spChg chg="mod">
          <ac:chgData name="Ryan Kusnadi" userId="4fb58c44f6c6a5cb" providerId="LiveId" clId="{CB48D145-7F78-4649-9ECC-A7A83723D3CB}" dt="2026-10-18T04:30:26.079" v="23365" actId="207"/>
          <ac:spMkLst>
            <pc:docMk/>
            <pc:sldMk cId="3164282101" sldId="306"/>
            <ac:spMk id="15" creationId="{5ABCB830-B3FC-84CA-43AD-E3860187426B}"/>
          </ac:spMkLst>
        </pc:spChg>
        <pc:spChg chg="add del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16" creationId="{DA91737B-8B3E-377F-AFF9-A8AA2F35F131}"/>
          </ac:spMkLst>
        </pc:spChg>
        <pc:spChg chg="add mod">
          <ac:chgData name="Ryan Kusnadi" userId="4fb58c44f6c6a5cb" providerId="LiveId" clId="{CB48D145-7F78-4649-9ECC-A7A83723D3CB}" dt="2026-10-18T02:46:50.452" v="19184"/>
          <ac:spMkLst>
            <pc:docMk/>
            <pc:sldMk cId="3164282101" sldId="306"/>
            <ac:spMk id="17" creationId="{5B7ABC7C-18F9-3299-0374-AF5C8795F30B}"/>
          </ac:spMkLst>
        </pc:spChg>
        <pc:spChg chg="add del mod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0" creationId="{66D0622B-1E3F-21F5-60A2-648AECEDAD53}"/>
          </ac:spMkLst>
        </pc:spChg>
        <pc:spChg chg="del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1" creationId="{B2073004-387D-E7F6-43E6-0626A375D64D}"/>
          </ac:spMkLst>
        </pc:spChg>
        <pc:spChg chg="del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2" creationId="{EC4D0B50-99AF-EA2B-DC64-02803B6AC1F1}"/>
          </ac:spMkLst>
        </pc:spChg>
        <pc:spChg chg="add del mod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3" creationId="{F1E8E391-46D6-D9F4-F896-0774352EB1F3}"/>
          </ac:spMkLst>
        </pc:spChg>
        <pc:spChg chg="add del mod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4" creationId="{3B5CA97C-8D80-2C72-73F7-9A6767718998}"/>
          </ac:spMkLst>
        </pc:spChg>
        <pc:spChg chg="add mod">
          <ac:chgData name="Ryan Kusnadi" userId="4fb58c44f6c6a5cb" providerId="LiveId" clId="{CB48D145-7F78-4649-9ECC-A7A83723D3CB}" dt="2026-10-18T02:46:50.452" v="19184"/>
          <ac:spMkLst>
            <pc:docMk/>
            <pc:sldMk cId="3164282101" sldId="306"/>
            <ac:spMk id="25" creationId="{B1C7CCFC-F3B3-D968-8D0E-DA505BAC7CCC}"/>
          </ac:spMkLst>
        </pc:spChg>
        <pc:spChg chg="del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7" creationId="{4A6375AC-68F4-32FE-0E1C-D51A5BE844E7}"/>
          </ac:spMkLst>
        </pc:spChg>
        <pc:spChg chg="add mod">
          <ac:chgData name="Ryan Kusnadi" userId="4fb58c44f6c6a5cb" providerId="LiveId" clId="{CB48D145-7F78-4649-9ECC-A7A83723D3CB}" dt="2026-10-18T02:46:50.452" v="19184"/>
          <ac:spMkLst>
            <pc:docMk/>
            <pc:sldMk cId="3164282101" sldId="306"/>
            <ac:spMk id="28" creationId="{031B0F3F-5EDB-92BD-D3D8-7A6B1E16C203}"/>
          </ac:spMkLst>
        </pc:spChg>
        <pc:spChg chg="add del mod">
          <ac:chgData name="Ryan Kusnadi" userId="4fb58c44f6c6a5cb" providerId="LiveId" clId="{CB48D145-7F78-4649-9ECC-A7A83723D3CB}" dt="2026-10-18T04:06:23.358" v="23137" actId="478"/>
          <ac:spMkLst>
            <pc:docMk/>
            <pc:sldMk cId="3164282101" sldId="306"/>
            <ac:spMk id="29" creationId="{50F2C89A-8CB5-C083-9360-2BD593B08B97}"/>
          </ac:spMkLst>
        </pc:spChg>
        <pc:spChg chg="add mod">
          <ac:chgData name="Ryan Kusnadi" userId="4fb58c44f6c6a5cb" providerId="LiveId" clId="{CB48D145-7F78-4649-9ECC-A7A83723D3CB}" dt="2026-10-18T02:46:50.452" v="19184"/>
          <ac:spMkLst>
            <pc:docMk/>
            <pc:sldMk cId="3164282101" sldId="306"/>
            <ac:spMk id="30" creationId="{A84126AC-4C62-18C7-983A-91B0AE22315B}"/>
          </ac:spMkLst>
        </pc:spChg>
        <pc:spChg chg="add mod">
          <ac:chgData name="Ryan Kusnadi" userId="4fb58c44f6c6a5cb" providerId="LiveId" clId="{CB48D145-7F78-4649-9ECC-A7A83723D3CB}" dt="2026-10-18T02:46:50.452" v="19184"/>
          <ac:spMkLst>
            <pc:docMk/>
            <pc:sldMk cId="3164282101" sldId="306"/>
            <ac:spMk id="31" creationId="{14F47500-97DB-A37E-6680-2E5970B44C84}"/>
          </ac:spMkLst>
        </pc:spChg>
        <pc:spChg chg="add mod">
          <ac:chgData name="Ryan Kusnadi" userId="4fb58c44f6c6a5cb" providerId="LiveId" clId="{CB48D145-7F78-4649-9ECC-A7A83723D3CB}" dt="2026-10-18T02:46:50.452" v="19184"/>
          <ac:spMkLst>
            <pc:docMk/>
            <pc:sldMk cId="3164282101" sldId="306"/>
            <ac:spMk id="33" creationId="{0161F310-6D10-AE4A-462B-FC5C09D9D401}"/>
          </ac:spMkLst>
        </pc:spChg>
        <pc:spChg chg="mod">
          <ac:chgData name="Ryan Kusnadi" userId="4fb58c44f6c6a5cb" providerId="LiveId" clId="{CB48D145-7F78-4649-9ECC-A7A83723D3CB}" dt="2026-10-18T04:31:08.271" v="23392"/>
          <ac:spMkLst>
            <pc:docMk/>
            <pc:sldMk cId="3164282101" sldId="306"/>
            <ac:spMk id="44" creationId="{F04FCDE7-30C9-07DF-30FF-F0D91DEFA01D}"/>
          </ac:spMkLst>
        </pc:spChg>
        <pc:spChg chg="mod">
          <ac:chgData name="Ryan Kusnadi" userId="4fb58c44f6c6a5cb" providerId="LiveId" clId="{CB48D145-7F78-4649-9ECC-A7A83723D3CB}" dt="2026-10-18T04:31:13.689" v="23401"/>
          <ac:spMkLst>
            <pc:docMk/>
            <pc:sldMk cId="3164282101" sldId="306"/>
            <ac:spMk id="45" creationId="{59215EF4-6111-4E1B-9B21-0F68876EC03A}"/>
          </ac:spMkLst>
        </pc:spChg>
        <pc:spChg chg="del">
          <ac:chgData name="Ryan Kusnadi" userId="4fb58c44f6c6a5cb" providerId="LiveId" clId="{CB48D145-7F78-4649-9ECC-A7A83723D3CB}" dt="2026-10-18T04:24:27.697" v="23232" actId="478"/>
          <ac:spMkLst>
            <pc:docMk/>
            <pc:sldMk cId="3164282101" sldId="306"/>
            <ac:spMk id="46" creationId="{5DC9BBEE-D9F0-F260-9B4C-7DC9434F38D1}"/>
          </ac:spMkLst>
        </pc:spChg>
        <pc:spChg chg="add mod">
          <ac:chgData name="Ryan Kusnadi" userId="4fb58c44f6c6a5cb" providerId="LiveId" clId="{CB48D145-7F78-4649-9ECC-A7A83723D3CB}" dt="2026-10-18T04:29:26.311" v="23359" actId="20577"/>
          <ac:spMkLst>
            <pc:docMk/>
            <pc:sldMk cId="3164282101" sldId="306"/>
            <ac:spMk id="47" creationId="{1CCD9A49-9B97-5295-293B-99191BAB6765}"/>
          </ac:spMkLst>
        </pc:spChg>
        <pc:spChg chg="add mod">
          <ac:chgData name="Ryan Kusnadi" userId="4fb58c44f6c6a5cb" providerId="LiveId" clId="{CB48D145-7F78-4649-9ECC-A7A83723D3CB}" dt="2026-10-18T04:06:23.712" v="23138"/>
          <ac:spMkLst>
            <pc:docMk/>
            <pc:sldMk cId="3164282101" sldId="306"/>
            <ac:spMk id="48" creationId="{F704AEA8-06D8-E7A0-9289-CD72F4038C1A}"/>
          </ac:spMkLst>
        </pc:spChg>
        <pc:spChg chg="add del mod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3" creationId="{ABDFE331-E888-6A68-E7B4-7E4465D484E9}"/>
          </ac:spMkLst>
        </pc:spChg>
        <pc:spChg chg="add del mod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4" creationId="{E15D843C-025E-73F2-5D13-8273CB010B2F}"/>
          </ac:spMkLst>
        </pc:spChg>
        <pc:spChg chg="add del mod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5" creationId="{1EEC5A33-9927-FA34-1EDD-159D2B816F60}"/>
          </ac:spMkLst>
        </pc:spChg>
        <pc:spChg chg="del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6" creationId="{81AE819E-87FA-E3CE-54F1-6260CB143F26}"/>
          </ac:spMkLst>
        </pc:spChg>
        <pc:spChg chg="add del mod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7" creationId="{8E23F1A5-EE7B-A32C-FFA4-2DF21A3D5BBA}"/>
          </ac:spMkLst>
        </pc:spChg>
        <pc:spChg chg="add del mod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8" creationId="{111C7081-DCE8-980C-1446-71B77DB8BBFB}"/>
          </ac:spMkLst>
        </pc:spChg>
        <pc:spChg chg="del">
          <ac:chgData name="Ryan Kusnadi" userId="4fb58c44f6c6a5cb" providerId="LiveId" clId="{CB48D145-7F78-4649-9ECC-A7A83723D3CB}" dt="2026-10-18T04:23:38.144" v="23230" actId="478"/>
          <ac:spMkLst>
            <pc:docMk/>
            <pc:sldMk cId="3164282101" sldId="306"/>
            <ac:spMk id="59" creationId="{77C652F2-23A3-109D-2837-3C1BF2D2C4A1}"/>
          </ac:spMkLst>
        </pc:spChg>
        <pc:spChg chg="mod ord">
          <ac:chgData name="Ryan Kusnadi" userId="4fb58c44f6c6a5cb" providerId="LiveId" clId="{CB48D145-7F78-4649-9ECC-A7A83723D3CB}" dt="2026-10-18T04:25:33.790" v="23338" actId="1076"/>
          <ac:spMkLst>
            <pc:docMk/>
            <pc:sldMk cId="3164282101" sldId="306"/>
            <ac:spMk id="60" creationId="{EE927349-778F-7DAF-456B-926D2997A4C5}"/>
          </ac:spMkLst>
        </pc:spChg>
        <pc:spChg chg="add mod ord">
          <ac:chgData name="Ryan Kusnadi" userId="4fb58c44f6c6a5cb" providerId="LiveId" clId="{CB48D145-7F78-4649-9ECC-A7A83723D3CB}" dt="2026-10-18T04:25:33.790" v="23338" actId="1076"/>
          <ac:spMkLst>
            <pc:docMk/>
            <pc:sldMk cId="3164282101" sldId="306"/>
            <ac:spMk id="61" creationId="{84CF64D0-64B8-A9D0-933C-947B2D4F0D79}"/>
          </ac:spMkLst>
        </pc:spChg>
        <pc:spChg chg="del">
          <ac:chgData name="Ryan Kusnadi" userId="4fb58c44f6c6a5cb" providerId="LiveId" clId="{CB48D145-7F78-4649-9ECC-A7A83723D3CB}" dt="2026-10-18T04:24:27.697" v="23232" actId="478"/>
          <ac:spMkLst>
            <pc:docMk/>
            <pc:sldMk cId="3164282101" sldId="306"/>
            <ac:spMk id="62" creationId="{3F1BF053-D00E-CC52-DD4B-1E92FDFF4BB3}"/>
          </ac:spMkLst>
        </pc:spChg>
        <pc:spChg chg="del">
          <ac:chgData name="Ryan Kusnadi" userId="4fb58c44f6c6a5cb" providerId="LiveId" clId="{CB48D145-7F78-4649-9ECC-A7A83723D3CB}" dt="2026-10-18T04:24:27.697" v="23232" actId="478"/>
          <ac:spMkLst>
            <pc:docMk/>
            <pc:sldMk cId="3164282101" sldId="306"/>
            <ac:spMk id="63" creationId="{093A5AB1-03B7-25E1-3CB1-4B9136E158DB}"/>
          </ac:spMkLst>
        </pc:spChg>
        <pc:spChg chg="add del mod">
          <ac:chgData name="Ryan Kusnadi" userId="4fb58c44f6c6a5cb" providerId="LiveId" clId="{CB48D145-7F78-4649-9ECC-A7A83723D3CB}" dt="2026-10-18T04:24:27.697" v="23232" actId="478"/>
          <ac:spMkLst>
            <pc:docMk/>
            <pc:sldMk cId="3164282101" sldId="306"/>
            <ac:spMk id="76" creationId="{D58BDDE8-BED1-8E1A-A07D-628C03E73F22}"/>
          </ac:spMkLst>
        </pc:spChg>
        <pc:spChg chg="add mod">
          <ac:chgData name="Ryan Kusnadi" userId="4fb58c44f6c6a5cb" providerId="LiveId" clId="{CB48D145-7F78-4649-9ECC-A7A83723D3CB}" dt="2026-10-18T04:30:19.977" v="23364" actId="207"/>
          <ac:spMkLst>
            <pc:docMk/>
            <pc:sldMk cId="3164282101" sldId="306"/>
            <ac:spMk id="85" creationId="{529DF510-648C-AA93-F60E-166F1853F20F}"/>
          </ac:spMkLst>
        </pc:spChg>
        <pc:spChg chg="add mod">
          <ac:chgData name="Ryan Kusnadi" userId="4fb58c44f6c6a5cb" providerId="LiveId" clId="{CB48D145-7F78-4649-9ECC-A7A83723D3CB}" dt="2026-10-18T04:30:52.361" v="23382" actId="14100"/>
          <ac:spMkLst>
            <pc:docMk/>
            <pc:sldMk cId="3164282101" sldId="306"/>
            <ac:spMk id="87" creationId="{2917FFF8-1D36-375E-7B72-7E9416F52CE0}"/>
          </ac:spMkLst>
        </pc:spChg>
        <pc:spChg chg="add mod">
          <ac:chgData name="Ryan Kusnadi" userId="4fb58c44f6c6a5cb" providerId="LiveId" clId="{CB48D145-7F78-4649-9ECC-A7A83723D3CB}" dt="2026-10-18T04:25:16.275" v="23334" actId="1036"/>
          <ac:spMkLst>
            <pc:docMk/>
            <pc:sldMk cId="3164282101" sldId="306"/>
            <ac:spMk id="89" creationId="{27A264A8-11B3-EDB5-553A-DA62788CC101}"/>
          </ac:spMkLst>
        </pc:spChg>
        <pc:spChg chg="add mod">
          <ac:chgData name="Ryan Kusnadi" userId="4fb58c44f6c6a5cb" providerId="LiveId" clId="{CB48D145-7F78-4649-9ECC-A7A83723D3CB}" dt="2026-10-18T04:25:16.275" v="23334" actId="1036"/>
          <ac:spMkLst>
            <pc:docMk/>
            <pc:sldMk cId="3164282101" sldId="306"/>
            <ac:spMk id="91" creationId="{69782FA5-508B-4F54-6E29-A31774D04D6A}"/>
          </ac:spMkLst>
        </pc:spChg>
        <pc:spChg chg="add mod">
          <ac:chgData name="Ryan Kusnadi" userId="4fb58c44f6c6a5cb" providerId="LiveId" clId="{CB48D145-7F78-4649-9ECC-A7A83723D3CB}" dt="2026-10-18T04:25:16.275" v="23334" actId="1036"/>
          <ac:spMkLst>
            <pc:docMk/>
            <pc:sldMk cId="3164282101" sldId="306"/>
            <ac:spMk id="93" creationId="{49111039-F530-BBBB-0C92-DBA38BFCB5F7}"/>
          </ac:spMkLst>
        </pc:spChg>
        <pc:spChg chg="add mod">
          <ac:chgData name="Ryan Kusnadi" userId="4fb58c44f6c6a5cb" providerId="LiveId" clId="{CB48D145-7F78-4649-9ECC-A7A83723D3CB}" dt="2026-10-18T04:25:16.275" v="23334" actId="1036"/>
          <ac:spMkLst>
            <pc:docMk/>
            <pc:sldMk cId="3164282101" sldId="306"/>
            <ac:spMk id="95" creationId="{0631CBDB-F14E-48C7-20BB-C15D94FD9DA1}"/>
          </ac:spMkLst>
        </pc:spChg>
        <pc:spChg chg="add mod">
          <ac:chgData name="Ryan Kusnadi" userId="4fb58c44f6c6a5cb" providerId="LiveId" clId="{CB48D145-7F78-4649-9ECC-A7A83723D3CB}" dt="2026-10-18T04:25:23.684" v="23336" actId="571"/>
          <ac:spMkLst>
            <pc:docMk/>
            <pc:sldMk cId="3164282101" sldId="306"/>
            <ac:spMk id="96" creationId="{2BED634C-3E55-7441-7057-A1FD9A722D1B}"/>
          </ac:spMkLst>
        </pc:spChg>
        <pc:cxnChg chg="del mod">
          <ac:chgData name="Ryan Kusnadi" userId="4fb58c44f6c6a5cb" providerId="LiveId" clId="{CB48D145-7F78-4649-9ECC-A7A83723D3CB}" dt="2026-10-18T04:24:27.697" v="23232" actId="478"/>
          <ac:cxnSpMkLst>
            <pc:docMk/>
            <pc:sldMk cId="3164282101" sldId="306"/>
            <ac:cxnSpMk id="6" creationId="{39F88FD4-82B9-A591-90C0-1AA9776F7C96}"/>
          </ac:cxnSpMkLst>
        </pc:cxnChg>
        <pc:cxnChg chg="mod">
          <ac:chgData name="Ryan Kusnadi" userId="4fb58c44f6c6a5cb" providerId="LiveId" clId="{CB48D145-7F78-4649-9ECC-A7A83723D3CB}" dt="2026-10-18T04:31:08.271" v="23392"/>
          <ac:cxnSpMkLst>
            <pc:docMk/>
            <pc:sldMk cId="3164282101" sldId="306"/>
            <ac:cxnSpMk id="11" creationId="{5C4F1DC0-C5B7-57ED-4202-B8831C8B0485}"/>
          </ac:cxnSpMkLst>
        </pc:cxnChg>
        <pc:cxnChg chg="mod">
          <ac:chgData name="Ryan Kusnadi" userId="4fb58c44f6c6a5cb" providerId="LiveId" clId="{CB48D145-7F78-4649-9ECC-A7A83723D3CB}" dt="2026-10-18T04:31:13.689" v="23401"/>
          <ac:cxnSpMkLst>
            <pc:docMk/>
            <pc:sldMk cId="3164282101" sldId="306"/>
            <ac:cxnSpMk id="13" creationId="{04EC2BCC-BBC0-3C6B-1CD8-11B144BFF780}"/>
          </ac:cxnSpMkLst>
        </pc:cxnChg>
        <pc:cxnChg chg="del mod">
          <ac:chgData name="Ryan Kusnadi" userId="4fb58c44f6c6a5cb" providerId="LiveId" clId="{CB48D145-7F78-4649-9ECC-A7A83723D3CB}" dt="2026-10-18T04:24:27.697" v="23232" actId="478"/>
          <ac:cxnSpMkLst>
            <pc:docMk/>
            <pc:sldMk cId="3164282101" sldId="306"/>
            <ac:cxnSpMk id="64" creationId="{C42C358F-ACDA-3FD9-F8A5-F8E564A4054F}"/>
          </ac:cxnSpMkLst>
        </pc:cxnChg>
        <pc:cxnChg chg="del mod">
          <ac:chgData name="Ryan Kusnadi" userId="4fb58c44f6c6a5cb" providerId="LiveId" clId="{CB48D145-7F78-4649-9ECC-A7A83723D3CB}" dt="2026-10-18T04:23:43.592" v="23231" actId="478"/>
          <ac:cxnSpMkLst>
            <pc:docMk/>
            <pc:sldMk cId="3164282101" sldId="306"/>
            <ac:cxnSpMk id="65" creationId="{F9FEA62B-EE8F-7497-39F5-3F021C4ECEE9}"/>
          </ac:cxnSpMkLst>
        </pc:cxnChg>
        <pc:cxnChg chg="mod">
          <ac:chgData name="Ryan Kusnadi" userId="4fb58c44f6c6a5cb" providerId="LiveId" clId="{CB48D145-7F78-4649-9ECC-A7A83723D3CB}" dt="2026-10-18T04:31:13.689" v="23401"/>
          <ac:cxnSpMkLst>
            <pc:docMk/>
            <pc:sldMk cId="3164282101" sldId="306"/>
            <ac:cxnSpMk id="66" creationId="{2BA9827F-EFEE-F55A-BB27-AE32C5E92156}"/>
          </ac:cxnSpMkLst>
        </pc:cxnChg>
        <pc:cxnChg chg="del mod">
          <ac:chgData name="Ryan Kusnadi" userId="4fb58c44f6c6a5cb" providerId="LiveId" clId="{CB48D145-7F78-4649-9ECC-A7A83723D3CB}" dt="2026-10-18T04:23:43.592" v="23231" actId="478"/>
          <ac:cxnSpMkLst>
            <pc:docMk/>
            <pc:sldMk cId="3164282101" sldId="306"/>
            <ac:cxnSpMk id="67" creationId="{1298019E-957C-3D36-510A-AEAC180A7395}"/>
          </ac:cxnSpMkLst>
        </pc:cxnChg>
        <pc:cxnChg chg="mod">
          <ac:chgData name="Ryan Kusnadi" userId="4fb58c44f6c6a5cb" providerId="LiveId" clId="{CB48D145-7F78-4649-9ECC-A7A83723D3CB}" dt="2026-10-18T04:31:08.271" v="23392"/>
          <ac:cxnSpMkLst>
            <pc:docMk/>
            <pc:sldMk cId="3164282101" sldId="306"/>
            <ac:cxnSpMk id="68" creationId="{80178B9F-CE16-3944-F118-FF4D6A6F8C0F}"/>
          </ac:cxnSpMkLst>
        </pc:cxnChg>
        <pc:cxnChg chg="mod">
          <ac:chgData name="Ryan Kusnadi" userId="4fb58c44f6c6a5cb" providerId="LiveId" clId="{CB48D145-7F78-4649-9ECC-A7A83723D3CB}" dt="2026-10-18T04:31:08.271" v="23392"/>
          <ac:cxnSpMkLst>
            <pc:docMk/>
            <pc:sldMk cId="3164282101" sldId="306"/>
            <ac:cxnSpMk id="69" creationId="{BB711C50-B9D5-3B7C-552D-B46F2DD8F534}"/>
          </ac:cxnSpMkLst>
        </pc:cxnChg>
        <pc:cxnChg chg="mod">
          <ac:chgData name="Ryan Kusnadi" userId="4fb58c44f6c6a5cb" providerId="LiveId" clId="{CB48D145-7F78-4649-9ECC-A7A83723D3CB}" dt="2026-10-18T04:31:08.271" v="23392"/>
          <ac:cxnSpMkLst>
            <pc:docMk/>
            <pc:sldMk cId="3164282101" sldId="306"/>
            <ac:cxnSpMk id="70" creationId="{961B95D3-626F-D565-1778-95D5EF1C13F3}"/>
          </ac:cxnSpMkLst>
        </pc:cxnChg>
        <pc:cxnChg chg="mod">
          <ac:chgData name="Ryan Kusnadi" userId="4fb58c44f6c6a5cb" providerId="LiveId" clId="{CB48D145-7F78-4649-9ECC-A7A83723D3CB}" dt="2026-10-18T04:31:08.271" v="23392"/>
          <ac:cxnSpMkLst>
            <pc:docMk/>
            <pc:sldMk cId="3164282101" sldId="306"/>
            <ac:cxnSpMk id="71" creationId="{9A2E7A89-DA34-C958-BC92-40BF0770B015}"/>
          </ac:cxnSpMkLst>
        </pc:cxnChg>
        <pc:cxnChg chg="del mod">
          <ac:chgData name="Ryan Kusnadi" userId="4fb58c44f6c6a5cb" providerId="LiveId" clId="{CB48D145-7F78-4649-9ECC-A7A83723D3CB}" dt="2026-10-18T04:23:43.592" v="23231" actId="478"/>
          <ac:cxnSpMkLst>
            <pc:docMk/>
            <pc:sldMk cId="3164282101" sldId="306"/>
            <ac:cxnSpMk id="72" creationId="{A02F2F91-D29C-5C8E-5BA3-8AF7667491E0}"/>
          </ac:cxnSpMkLst>
        </pc:cxnChg>
        <pc:cxnChg chg="del mod">
          <ac:chgData name="Ryan Kusnadi" userId="4fb58c44f6c6a5cb" providerId="LiveId" clId="{CB48D145-7F78-4649-9ECC-A7A83723D3CB}" dt="2026-10-18T04:23:43.592" v="23231" actId="478"/>
          <ac:cxnSpMkLst>
            <pc:docMk/>
            <pc:sldMk cId="3164282101" sldId="306"/>
            <ac:cxnSpMk id="73" creationId="{6692585D-0793-D0FB-3B5B-BD997D2E6E7F}"/>
          </ac:cxnSpMkLst>
        </pc:cxnChg>
        <pc:cxnChg chg="del mod">
          <ac:chgData name="Ryan Kusnadi" userId="4fb58c44f6c6a5cb" providerId="LiveId" clId="{CB48D145-7F78-4649-9ECC-A7A83723D3CB}" dt="2026-10-18T04:23:43.592" v="23231" actId="478"/>
          <ac:cxnSpMkLst>
            <pc:docMk/>
            <pc:sldMk cId="3164282101" sldId="306"/>
            <ac:cxnSpMk id="74" creationId="{D29F17AC-43AC-95FA-F138-288089FEED49}"/>
          </ac:cxnSpMkLst>
        </pc:cxnChg>
        <pc:cxnChg chg="del mod">
          <ac:chgData name="Ryan Kusnadi" userId="4fb58c44f6c6a5cb" providerId="LiveId" clId="{CB48D145-7F78-4649-9ECC-A7A83723D3CB}" dt="2026-10-18T04:23:43.592" v="23231" actId="478"/>
          <ac:cxnSpMkLst>
            <pc:docMk/>
            <pc:sldMk cId="3164282101" sldId="306"/>
            <ac:cxnSpMk id="75" creationId="{10D468A0-229C-7525-870C-5336EBADD3AC}"/>
          </ac:cxnSpMkLst>
        </pc:cxnChg>
      </pc:sldChg>
      <pc:sldChg chg="modSp add del mod">
        <pc:chgData name="Ryan Kusnadi" userId="4fb58c44f6c6a5cb" providerId="LiveId" clId="{CB48D145-7F78-4649-9ECC-A7A83723D3CB}" dt="2026-10-18T11:53:15.797" v="32235" actId="47"/>
        <pc:sldMkLst>
          <pc:docMk/>
          <pc:sldMk cId="4157821777" sldId="306"/>
        </pc:sldMkLst>
        <pc:spChg chg="mod">
          <ac:chgData name="Ryan Kusnadi" userId="4fb58c44f6c6a5cb" providerId="LiveId" clId="{CB48D145-7F78-4649-9ECC-A7A83723D3CB}" dt="2026-10-18T04:42:56.669" v="23616" actId="20577"/>
          <ac:spMkLst>
            <pc:docMk/>
            <pc:sldMk cId="4157821777" sldId="306"/>
            <ac:spMk id="2" creationId="{A7CCBAE6-9DBC-86C3-9B7F-74A1F28684FA}"/>
          </ac:spMkLst>
        </pc:spChg>
        <pc:spChg chg="mod">
          <ac:chgData name="Ryan Kusnadi" userId="4fb58c44f6c6a5cb" providerId="LiveId" clId="{CB48D145-7F78-4649-9ECC-A7A83723D3CB}" dt="2026-10-18T07:27:20.228" v="29119"/>
          <ac:spMkLst>
            <pc:docMk/>
            <pc:sldMk cId="4157821777" sldId="306"/>
            <ac:spMk id="3" creationId="{4085B2DE-ACF4-6355-580F-F668A7629924}"/>
          </ac:spMkLst>
        </pc:spChg>
        <pc:spChg chg="mod">
          <ac:chgData name="Ryan Kusnadi" userId="4fb58c44f6c6a5cb" providerId="LiveId" clId="{CB48D145-7F78-4649-9ECC-A7A83723D3CB}" dt="2026-10-18T04:43:22.478" v="23637" actId="20577"/>
          <ac:spMkLst>
            <pc:docMk/>
            <pc:sldMk cId="4157821777" sldId="306"/>
            <ac:spMk id="7" creationId="{23683D59-A850-F5A7-5EAF-38F3979C2D0E}"/>
          </ac:spMkLst>
        </pc:spChg>
        <pc:spChg chg="mod">
          <ac:chgData name="Ryan Kusnadi" userId="4fb58c44f6c6a5cb" providerId="LiveId" clId="{CB48D145-7F78-4649-9ECC-A7A83723D3CB}" dt="2026-10-18T05:50:45.042" v="25601" actId="20577"/>
          <ac:spMkLst>
            <pc:docMk/>
            <pc:sldMk cId="4157821777" sldId="306"/>
            <ac:spMk id="8" creationId="{178C4197-5B5B-4409-A313-0A8B80F8459C}"/>
          </ac:spMkLst>
        </pc:spChg>
        <pc:spChg chg="mod">
          <ac:chgData name="Ryan Kusnadi" userId="4fb58c44f6c6a5cb" providerId="LiveId" clId="{CB48D145-7F78-4649-9ECC-A7A83723D3CB}" dt="2026-10-18T07:39:44.883" v="29241" actId="1076"/>
          <ac:spMkLst>
            <pc:docMk/>
            <pc:sldMk cId="4157821777" sldId="306"/>
            <ac:spMk id="9" creationId="{C83872D4-3876-4711-7F7F-2FC4734B0AA6}"/>
          </ac:spMkLst>
        </pc:spChg>
      </pc:sldChg>
      <pc:sldChg chg="addSp modSp add del mod">
        <pc:chgData name="Ryan Kusnadi" userId="4fb58c44f6c6a5cb" providerId="LiveId" clId="{CB48D145-7F78-4649-9ECC-A7A83723D3CB}" dt="2026-10-18T02:34:47.182" v="18975" actId="47"/>
        <pc:sldMkLst>
          <pc:docMk/>
          <pc:sldMk cId="493728335" sldId="307"/>
        </pc:sldMkLst>
        <pc:spChg chg="add mod">
          <ac:chgData name="Ryan Kusnadi" userId="4fb58c44f6c6a5cb" providerId="LiveId" clId="{CB48D145-7F78-4649-9ECC-A7A83723D3CB}" dt="2026-10-18T02:34:41.929" v="18974" actId="20577"/>
          <ac:spMkLst>
            <pc:docMk/>
            <pc:sldMk cId="493728335" sldId="307"/>
            <ac:spMk id="7" creationId="{CF8D32A3-2E44-CD20-AFEF-50AE0D7F1B58}"/>
          </ac:spMkLst>
        </pc:spChg>
      </pc:sldChg>
      <pc:sldChg chg="addSp delSp modSp mod">
        <pc:chgData name="Ryan Kusnadi" userId="4fb58c44f6c6a5cb" providerId="LiveId" clId="{CB48D145-7F78-4649-9ECC-A7A83723D3CB}" dt="2026-10-18T11:52:06.566" v="32233" actId="478"/>
        <pc:sldMkLst>
          <pc:docMk/>
          <pc:sldMk cId="717867797" sldId="307"/>
        </pc:sldMkLst>
        <pc:spChg chg="mod">
          <ac:chgData name="Ryan Kusnadi" userId="4fb58c44f6c6a5cb" providerId="LiveId" clId="{CB48D145-7F78-4649-9ECC-A7A83723D3CB}" dt="2026-10-18T08:43:20.095" v="31838" actId="20577"/>
          <ac:spMkLst>
            <pc:docMk/>
            <pc:sldMk cId="717867797" sldId="307"/>
            <ac:spMk id="3" creationId="{6C669773-8FCB-7040-DB63-02A7904CDAB9}"/>
          </ac:spMkLst>
        </pc:spChg>
        <pc:spChg chg="add mod">
          <ac:chgData name="Ryan Kusnadi" userId="4fb58c44f6c6a5cb" providerId="LiveId" clId="{CB48D145-7F78-4649-9ECC-A7A83723D3CB}" dt="2026-10-18T11:51:56.159" v="32229" actId="1076"/>
          <ac:spMkLst>
            <pc:docMk/>
            <pc:sldMk cId="717867797" sldId="307"/>
            <ac:spMk id="8" creationId="{C807A027-4885-D074-7A98-DADA8E4D0010}"/>
          </ac:spMkLst>
        </pc:spChg>
        <pc:spChg chg="add del mod">
          <ac:chgData name="Ryan Kusnadi" userId="4fb58c44f6c6a5cb" providerId="LiveId" clId="{CB48D145-7F78-4649-9ECC-A7A83723D3CB}" dt="2026-10-18T11:52:06.566" v="32233" actId="478"/>
          <ac:spMkLst>
            <pc:docMk/>
            <pc:sldMk cId="717867797" sldId="307"/>
            <ac:spMk id="11" creationId="{23B88E9D-A065-7459-697D-0A01C8D5BF79}"/>
          </ac:spMkLst>
        </pc:spChg>
        <pc:spChg chg="add mod">
          <ac:chgData name="Ryan Kusnadi" userId="4fb58c44f6c6a5cb" providerId="LiveId" clId="{CB48D145-7F78-4649-9ECC-A7A83723D3CB}" dt="2026-10-18T06:37:43.638" v="27389" actId="20577"/>
          <ac:spMkLst>
            <pc:docMk/>
            <pc:sldMk cId="717867797" sldId="307"/>
            <ac:spMk id="20" creationId="{132BC014-9D96-4C38-0DAF-CF74FE962095}"/>
          </ac:spMkLst>
        </pc:spChg>
      </pc:sldChg>
      <pc:sldChg chg="modSp add del mod">
        <pc:chgData name="Ryan Kusnadi" userId="4fb58c44f6c6a5cb" providerId="LiveId" clId="{CB48D145-7F78-4649-9ECC-A7A83723D3CB}" dt="2026-10-18T05:07:44.828" v="25114"/>
        <pc:sldMkLst>
          <pc:docMk/>
          <pc:sldMk cId="804076410" sldId="307"/>
        </pc:sldMkLst>
        <pc:spChg chg="mod">
          <ac:chgData name="Ryan Kusnadi" userId="4fb58c44f6c6a5cb" providerId="LiveId" clId="{CB48D145-7F78-4649-9ECC-A7A83723D3CB}" dt="2026-10-18T04:42:48.422" v="23600" actId="20577"/>
          <ac:spMkLst>
            <pc:docMk/>
            <pc:sldMk cId="804076410" sldId="307"/>
            <ac:spMk id="2" creationId="{6924D5A1-5048-E8BF-4D90-47B69902AB5A}"/>
          </ac:spMkLst>
        </pc:spChg>
        <pc:spChg chg="mod">
          <ac:chgData name="Ryan Kusnadi" userId="4fb58c44f6c6a5cb" providerId="LiveId" clId="{CB48D145-7F78-4649-9ECC-A7A83723D3CB}" dt="2026-10-18T04:42:25.903" v="23552" actId="1076"/>
          <ac:spMkLst>
            <pc:docMk/>
            <pc:sldMk cId="804076410" sldId="307"/>
            <ac:spMk id="7" creationId="{7B0B1C43-9DBC-347A-382C-0D53822CC0E7}"/>
          </ac:spMkLst>
        </pc:spChg>
        <pc:spChg chg="mod">
          <ac:chgData name="Ryan Kusnadi" userId="4fb58c44f6c6a5cb" providerId="LiveId" clId="{CB48D145-7F78-4649-9ECC-A7A83723D3CB}" dt="2026-10-18T05:07:41.255" v="25112"/>
          <ac:spMkLst>
            <pc:docMk/>
            <pc:sldMk cId="804076410" sldId="307"/>
            <ac:spMk id="8" creationId="{67C15C1A-3A03-4158-BFCC-1CA016DF4E7C}"/>
          </ac:spMkLst>
        </pc:spChg>
      </pc:sldChg>
      <pc:sldChg chg="add del">
        <pc:chgData name="Ryan Kusnadi" userId="4fb58c44f6c6a5cb" providerId="LiveId" clId="{CB48D145-7F78-4649-9ECC-A7A83723D3CB}" dt="2026-10-18T06:13:06.773" v="25945"/>
        <pc:sldMkLst>
          <pc:docMk/>
          <pc:sldMk cId="3511941172" sldId="307"/>
        </pc:sldMkLst>
      </pc:sldChg>
      <pc:sldChg chg="add del">
        <pc:chgData name="Ryan Kusnadi" userId="4fb58c44f6c6a5cb" providerId="LiveId" clId="{CB48D145-7F78-4649-9ECC-A7A83723D3CB}" dt="2026-10-18T05:09:18.728" v="25118"/>
        <pc:sldMkLst>
          <pc:docMk/>
          <pc:sldMk cId="4123888793" sldId="307"/>
        </pc:sldMkLst>
      </pc:sldChg>
      <pc:sldChg chg="addSp delSp modSp add del mod">
        <pc:chgData name="Ryan Kusnadi" userId="4fb58c44f6c6a5cb" providerId="LiveId" clId="{CB48D145-7F78-4649-9ECC-A7A83723D3CB}" dt="2026-10-18T11:53:07.316" v="32234" actId="47"/>
        <pc:sldMkLst>
          <pc:docMk/>
          <pc:sldMk cId="3738049775" sldId="308"/>
        </pc:sldMkLst>
        <pc:spChg chg="mod">
          <ac:chgData name="Ryan Kusnadi" userId="4fb58c44f6c6a5cb" providerId="LiveId" clId="{CB48D145-7F78-4649-9ECC-A7A83723D3CB}" dt="2026-10-18T04:42:40.318" v="23584" actId="20577"/>
          <ac:spMkLst>
            <pc:docMk/>
            <pc:sldMk cId="3738049775" sldId="308"/>
            <ac:spMk id="2" creationId="{09FA0C9C-F296-1BC9-83EA-D1E16AAF935E}"/>
          </ac:spMkLst>
        </pc:spChg>
        <pc:spChg chg="mod">
          <ac:chgData name="Ryan Kusnadi" userId="4fb58c44f6c6a5cb" providerId="LiveId" clId="{CB48D145-7F78-4649-9ECC-A7A83723D3CB}" dt="2026-10-18T08:43:13.027" v="31822" actId="20577"/>
          <ac:spMkLst>
            <pc:docMk/>
            <pc:sldMk cId="3738049775" sldId="308"/>
            <ac:spMk id="3" creationId="{A0C9A547-FA53-1E83-E500-9CF60B123290}"/>
          </ac:spMkLst>
        </pc:spChg>
        <pc:spChg chg="add mod">
          <ac:chgData name="Ryan Kusnadi" userId="4fb58c44f6c6a5cb" providerId="LiveId" clId="{CB48D145-7F78-4649-9ECC-A7A83723D3CB}" dt="2026-10-18T04:42:20.954" v="23551" actId="1076"/>
          <ac:spMkLst>
            <pc:docMk/>
            <pc:sldMk cId="3738049775" sldId="308"/>
            <ac:spMk id="7" creationId="{1127142B-7923-F489-0A7F-99568277BFA6}"/>
          </ac:spMkLst>
        </pc:spChg>
        <pc:spChg chg="mod">
          <ac:chgData name="Ryan Kusnadi" userId="4fb58c44f6c6a5cb" providerId="LiveId" clId="{CB48D145-7F78-4649-9ECC-A7A83723D3CB}" dt="2026-10-18T05:46:54.803" v="25338" actId="20577"/>
          <ac:spMkLst>
            <pc:docMk/>
            <pc:sldMk cId="3738049775" sldId="308"/>
            <ac:spMk id="8" creationId="{5BD088AC-88F5-A595-3766-2033FFD5CEBC}"/>
          </ac:spMkLst>
        </pc:spChg>
        <pc:spChg chg="add mod">
          <ac:chgData name="Ryan Kusnadi" userId="4fb58c44f6c6a5cb" providerId="LiveId" clId="{CB48D145-7F78-4649-9ECC-A7A83723D3CB}" dt="2026-10-18T04:52:50.738" v="24704" actId="20577"/>
          <ac:spMkLst>
            <pc:docMk/>
            <pc:sldMk cId="3738049775" sldId="308"/>
            <ac:spMk id="9" creationId="{55398E54-4F00-C694-FE67-7861EEC9B424}"/>
          </ac:spMkLst>
        </pc:spChg>
        <pc:spChg chg="add del mod">
          <ac:chgData name="Ryan Kusnadi" userId="4fb58c44f6c6a5cb" providerId="LiveId" clId="{CB48D145-7F78-4649-9ECC-A7A83723D3CB}" dt="2026-10-18T04:51:05.652" v="24386" actId="21"/>
          <ac:spMkLst>
            <pc:docMk/>
            <pc:sldMk cId="3738049775" sldId="308"/>
            <ac:spMk id="11" creationId="{9A340721-F7CC-9CEE-C880-6C27EDD3CDCB}"/>
          </ac:spMkLst>
        </pc:spChg>
        <pc:spChg chg="add mod">
          <ac:chgData name="Ryan Kusnadi" userId="4fb58c44f6c6a5cb" providerId="LiveId" clId="{CB48D145-7F78-4649-9ECC-A7A83723D3CB}" dt="2026-10-18T04:53:19.655" v="24810" actId="20577"/>
          <ac:spMkLst>
            <pc:docMk/>
            <pc:sldMk cId="3738049775" sldId="308"/>
            <ac:spMk id="13" creationId="{5DE5BE31-52FC-CC96-8905-EF1F5D5CA827}"/>
          </ac:spMkLst>
        </pc:spChg>
        <pc:spChg chg="add del mod">
          <ac:chgData name="Ryan Kusnadi" userId="4fb58c44f6c6a5cb" providerId="LiveId" clId="{CB48D145-7F78-4649-9ECC-A7A83723D3CB}" dt="2026-10-18T04:51:32.843" v="24398"/>
          <ac:spMkLst>
            <pc:docMk/>
            <pc:sldMk cId="3738049775" sldId="308"/>
            <ac:spMk id="14" creationId="{908320D7-FB67-1C48-88F7-918FDED98ACA}"/>
          </ac:spMkLst>
        </pc:spChg>
        <pc:spChg chg="add mod">
          <ac:chgData name="Ryan Kusnadi" userId="4fb58c44f6c6a5cb" providerId="LiveId" clId="{CB48D145-7F78-4649-9ECC-A7A83723D3CB}" dt="2026-10-18T05:48:32.575" v="25392" actId="20577"/>
          <ac:spMkLst>
            <pc:docMk/>
            <pc:sldMk cId="3738049775" sldId="308"/>
            <ac:spMk id="17" creationId="{27CA068E-B160-1ABB-E62C-21D7C65063A3}"/>
          </ac:spMkLst>
        </pc:spChg>
        <pc:grpChg chg="add mod">
          <ac:chgData name="Ryan Kusnadi" userId="4fb58c44f6c6a5cb" providerId="LiveId" clId="{CB48D145-7F78-4649-9ECC-A7A83723D3CB}" dt="2026-10-18T04:51:40.279" v="24400" actId="14100"/>
          <ac:grpSpMkLst>
            <pc:docMk/>
            <pc:sldMk cId="3738049775" sldId="308"/>
            <ac:grpSpMk id="15" creationId="{0CE45F73-5BAF-DF15-F6E2-98C000C24D2E}"/>
          </ac:grpSpMkLst>
        </pc:grpChg>
      </pc:sldChg>
      <pc:sldChg chg="addSp modSp add del mod">
        <pc:chgData name="Ryan Kusnadi" userId="4fb58c44f6c6a5cb" providerId="LiveId" clId="{CB48D145-7F78-4649-9ECC-A7A83723D3CB}" dt="2026-10-18T07:22:20.344" v="28987" actId="47"/>
        <pc:sldMkLst>
          <pc:docMk/>
          <pc:sldMk cId="2621758327" sldId="309"/>
        </pc:sldMkLst>
        <pc:spChg chg="mod">
          <ac:chgData name="Ryan Kusnadi" userId="4fb58c44f6c6a5cb" providerId="LiveId" clId="{CB48D145-7F78-4649-9ECC-A7A83723D3CB}" dt="2026-10-18T04:43:38.213" v="23665" actId="20577"/>
          <ac:spMkLst>
            <pc:docMk/>
            <pc:sldMk cId="2621758327" sldId="309"/>
            <ac:spMk id="2" creationId="{641E0444-1D85-DBFD-C037-85BE08E8499C}"/>
          </ac:spMkLst>
        </pc:spChg>
        <pc:spChg chg="add">
          <ac:chgData name="Ryan Kusnadi" userId="4fb58c44f6c6a5cb" providerId="LiveId" clId="{CB48D145-7F78-4649-9ECC-A7A83723D3CB}" dt="2026-10-18T02:34:53.507" v="18977" actId="22"/>
          <ac:spMkLst>
            <pc:docMk/>
            <pc:sldMk cId="2621758327" sldId="309"/>
            <ac:spMk id="7" creationId="{771A4D8C-A2E3-C745-CEAB-9FDB52D7CD9D}"/>
          </ac:spMkLst>
        </pc:spChg>
      </pc:sldChg>
      <pc:sldChg chg="addSp delSp modSp add mod">
        <pc:chgData name="Ryan Kusnadi" userId="4fb58c44f6c6a5cb" providerId="LiveId" clId="{CB48D145-7F78-4649-9ECC-A7A83723D3CB}" dt="2026-10-18T11:56:39.254" v="32315"/>
        <pc:sldMkLst>
          <pc:docMk/>
          <pc:sldMk cId="2304655736" sldId="310"/>
        </pc:sldMkLst>
        <pc:spChg chg="mod">
          <ac:chgData name="Ryan Kusnadi" userId="4fb58c44f6c6a5cb" providerId="LiveId" clId="{CB48D145-7F78-4649-9ECC-A7A83723D3CB}" dt="2026-10-12T15:56:28.627" v="15376" actId="20577"/>
          <ac:spMkLst>
            <pc:docMk/>
            <pc:sldMk cId="2304655736" sldId="310"/>
            <ac:spMk id="2" creationId="{6CA0020E-E556-2E13-36B8-40DAD4A2C73E}"/>
          </ac:spMkLst>
        </pc:spChg>
        <pc:spChg chg="add del">
          <ac:chgData name="Ryan Kusnadi" userId="4fb58c44f6c6a5cb" providerId="LiveId" clId="{CB48D145-7F78-4649-9ECC-A7A83723D3CB}" dt="2026-10-18T08:11:13.555" v="31146" actId="478"/>
          <ac:spMkLst>
            <pc:docMk/>
            <pc:sldMk cId="2304655736" sldId="310"/>
            <ac:spMk id="7" creationId="{2DD3E97C-B008-F3DA-2803-31F8B8AE1533}"/>
          </ac:spMkLst>
        </pc:spChg>
        <pc:spChg chg="del mod">
          <ac:chgData name="Ryan Kusnadi" userId="4fb58c44f6c6a5cb" providerId="LiveId" clId="{CB48D145-7F78-4649-9ECC-A7A83723D3CB}" dt="2026-10-18T07:45:39.345" v="29295" actId="478"/>
          <ac:spMkLst>
            <pc:docMk/>
            <pc:sldMk cId="2304655736" sldId="310"/>
            <ac:spMk id="8" creationId="{14678C1F-ABEA-79CF-AFC6-28628797F36C}"/>
          </ac:spMkLst>
        </pc:spChg>
        <pc:spChg chg="add mod">
          <ac:chgData name="Ryan Kusnadi" userId="4fb58c44f6c6a5cb" providerId="LiveId" clId="{CB48D145-7F78-4649-9ECC-A7A83723D3CB}" dt="2026-10-18T11:55:06.317" v="32288" actId="207"/>
          <ac:spMkLst>
            <pc:docMk/>
            <pc:sldMk cId="2304655736" sldId="310"/>
            <ac:spMk id="10" creationId="{E8FB8754-A4C0-E385-93C0-D47848373D60}"/>
          </ac:spMkLst>
        </pc:spChg>
        <pc:spChg chg="add mod">
          <ac:chgData name="Ryan Kusnadi" userId="4fb58c44f6c6a5cb" providerId="LiveId" clId="{CB48D145-7F78-4649-9ECC-A7A83723D3CB}" dt="2026-10-18T11:55:09.709" v="32289" actId="207"/>
          <ac:spMkLst>
            <pc:docMk/>
            <pc:sldMk cId="2304655736" sldId="310"/>
            <ac:spMk id="12" creationId="{2A3A5E69-4DD5-1ABE-809A-CD77604D1E39}"/>
          </ac:spMkLst>
        </pc:spChg>
        <pc:spChg chg="add mod topLvl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14" creationId="{2067347E-72B4-BC95-310D-0695D50147DE}"/>
          </ac:spMkLst>
        </pc:spChg>
        <pc:spChg chg="add mod topLvl">
          <ac:chgData name="Ryan Kusnadi" userId="4fb58c44f6c6a5cb" providerId="LiveId" clId="{CB48D145-7F78-4649-9ECC-A7A83723D3CB}" dt="2026-10-18T11:56:31.070" v="32309" actId="242"/>
          <ac:spMkLst>
            <pc:docMk/>
            <pc:sldMk cId="2304655736" sldId="310"/>
            <ac:spMk id="16" creationId="{D2AB92A2-EE24-A7A1-3D54-42D1D3A2E61F}"/>
          </ac:spMkLst>
        </pc:spChg>
        <pc:spChg chg="add del">
          <ac:chgData name="Ryan Kusnadi" userId="4fb58c44f6c6a5cb" providerId="LiveId" clId="{CB48D145-7F78-4649-9ECC-A7A83723D3CB}" dt="2026-10-18T08:10:38.063" v="31138" actId="22"/>
          <ac:spMkLst>
            <pc:docMk/>
            <pc:sldMk cId="2304655736" sldId="310"/>
            <ac:spMk id="18" creationId="{7784A3BF-ABDA-26DC-2C0E-DDF9B4F87EF4}"/>
          </ac:spMkLst>
        </pc:spChg>
        <pc:spChg chg="add mod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20" creationId="{FD1B01B7-0044-2634-026D-CDC266EA34AB}"/>
          </ac:spMkLst>
        </pc:spChg>
        <pc:spChg chg="add del">
          <ac:chgData name="Ryan Kusnadi" userId="4fb58c44f6c6a5cb" providerId="LiveId" clId="{CB48D145-7F78-4649-9ECC-A7A83723D3CB}" dt="2026-10-18T08:13:12.963" v="31161" actId="22"/>
          <ac:spMkLst>
            <pc:docMk/>
            <pc:sldMk cId="2304655736" sldId="310"/>
            <ac:spMk id="22" creationId="{B018541B-E8ED-43AC-EDCB-90711379D04B}"/>
          </ac:spMkLst>
        </pc:spChg>
        <pc:spChg chg="add del">
          <ac:chgData name="Ryan Kusnadi" userId="4fb58c44f6c6a5cb" providerId="LiveId" clId="{CB48D145-7F78-4649-9ECC-A7A83723D3CB}" dt="2026-10-18T08:13:12.963" v="31161" actId="22"/>
          <ac:spMkLst>
            <pc:docMk/>
            <pc:sldMk cId="2304655736" sldId="310"/>
            <ac:spMk id="24" creationId="{0C3C1534-32D1-3B08-D83D-40C55FED585B}"/>
          </ac:spMkLst>
        </pc:spChg>
        <pc:spChg chg="add del">
          <ac:chgData name="Ryan Kusnadi" userId="4fb58c44f6c6a5cb" providerId="LiveId" clId="{CB48D145-7F78-4649-9ECC-A7A83723D3CB}" dt="2026-10-18T08:13:12.963" v="31161" actId="22"/>
          <ac:spMkLst>
            <pc:docMk/>
            <pc:sldMk cId="2304655736" sldId="310"/>
            <ac:spMk id="26" creationId="{DFF9E350-0CD3-E51E-6E63-EDB2711782E5}"/>
          </ac:spMkLst>
        </pc:spChg>
        <pc:spChg chg="add del">
          <ac:chgData name="Ryan Kusnadi" userId="4fb58c44f6c6a5cb" providerId="LiveId" clId="{CB48D145-7F78-4649-9ECC-A7A83723D3CB}" dt="2026-10-18T08:13:12.700" v="31160" actId="22"/>
          <ac:spMkLst>
            <pc:docMk/>
            <pc:sldMk cId="2304655736" sldId="310"/>
            <ac:spMk id="28" creationId="{D24180BB-1907-AF94-63D6-B0BA599499E4}"/>
          </ac:spMkLst>
        </pc:spChg>
        <pc:spChg chg="add del">
          <ac:chgData name="Ryan Kusnadi" userId="4fb58c44f6c6a5cb" providerId="LiveId" clId="{CB48D145-7F78-4649-9ECC-A7A83723D3CB}" dt="2026-10-18T08:13:12.700" v="31160" actId="22"/>
          <ac:spMkLst>
            <pc:docMk/>
            <pc:sldMk cId="2304655736" sldId="310"/>
            <ac:spMk id="30" creationId="{70DB2363-3719-B7B0-3A02-07FFC32726C9}"/>
          </ac:spMkLst>
        </pc:spChg>
        <pc:spChg chg="add del">
          <ac:chgData name="Ryan Kusnadi" userId="4fb58c44f6c6a5cb" providerId="LiveId" clId="{CB48D145-7F78-4649-9ECC-A7A83723D3CB}" dt="2026-10-18T08:13:12.700" v="31160" actId="22"/>
          <ac:spMkLst>
            <pc:docMk/>
            <pc:sldMk cId="2304655736" sldId="310"/>
            <ac:spMk id="32" creationId="{7057A5F0-B410-72D5-864D-A5263626EE02}"/>
          </ac:spMkLst>
        </pc:spChg>
        <pc:spChg chg="add del">
          <ac:chgData name="Ryan Kusnadi" userId="4fb58c44f6c6a5cb" providerId="LiveId" clId="{CB48D145-7F78-4649-9ECC-A7A83723D3CB}" dt="2026-10-18T08:13:12.486" v="31159" actId="22"/>
          <ac:spMkLst>
            <pc:docMk/>
            <pc:sldMk cId="2304655736" sldId="310"/>
            <ac:spMk id="34" creationId="{4B1FEFDD-4275-C7AC-4A28-EBD74E198C63}"/>
          </ac:spMkLst>
        </pc:spChg>
        <pc:spChg chg="add del">
          <ac:chgData name="Ryan Kusnadi" userId="4fb58c44f6c6a5cb" providerId="LiveId" clId="{CB48D145-7F78-4649-9ECC-A7A83723D3CB}" dt="2026-10-18T08:13:12.486" v="31159" actId="22"/>
          <ac:spMkLst>
            <pc:docMk/>
            <pc:sldMk cId="2304655736" sldId="310"/>
            <ac:spMk id="36" creationId="{A94B476A-FDA9-FACF-FF82-1D9519F9B397}"/>
          </ac:spMkLst>
        </pc:spChg>
        <pc:spChg chg="add del">
          <ac:chgData name="Ryan Kusnadi" userId="4fb58c44f6c6a5cb" providerId="LiveId" clId="{CB48D145-7F78-4649-9ECC-A7A83723D3CB}" dt="2026-10-18T08:13:12.486" v="31159" actId="22"/>
          <ac:spMkLst>
            <pc:docMk/>
            <pc:sldMk cId="2304655736" sldId="310"/>
            <ac:spMk id="38" creationId="{4E5C85EC-7D09-94F6-13C7-A5DB3C8E364E}"/>
          </ac:spMkLst>
        </pc:spChg>
        <pc:spChg chg="add del mod">
          <ac:chgData name="Ryan Kusnadi" userId="4fb58c44f6c6a5cb" providerId="LiveId" clId="{CB48D145-7F78-4649-9ECC-A7A83723D3CB}" dt="2026-10-18T08:13:12.064" v="31158" actId="22"/>
          <ac:spMkLst>
            <pc:docMk/>
            <pc:sldMk cId="2304655736" sldId="310"/>
            <ac:spMk id="40" creationId="{C4702742-484B-4F86-3C86-93735DFD78CD}"/>
          </ac:spMkLst>
        </pc:spChg>
        <pc:spChg chg="add del mod">
          <ac:chgData name="Ryan Kusnadi" userId="4fb58c44f6c6a5cb" providerId="LiveId" clId="{CB48D145-7F78-4649-9ECC-A7A83723D3CB}" dt="2026-10-18T08:13:12.064" v="31158" actId="22"/>
          <ac:spMkLst>
            <pc:docMk/>
            <pc:sldMk cId="2304655736" sldId="310"/>
            <ac:spMk id="42" creationId="{03107033-8196-4493-9B75-C89E501F07FE}"/>
          </ac:spMkLst>
        </pc:spChg>
        <pc:spChg chg="add del mod">
          <ac:chgData name="Ryan Kusnadi" userId="4fb58c44f6c6a5cb" providerId="LiveId" clId="{CB48D145-7F78-4649-9ECC-A7A83723D3CB}" dt="2026-10-18T08:13:12.064" v="31158" actId="22"/>
          <ac:spMkLst>
            <pc:docMk/>
            <pc:sldMk cId="2304655736" sldId="310"/>
            <ac:spMk id="44" creationId="{66401A5A-9F42-B811-0325-D0F7A7D13DF2}"/>
          </ac:spMkLst>
        </pc:spChg>
        <pc:spChg chg="mod topLvl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48" creationId="{20CD78F2-61E5-940C-0760-1329A2585C7B}"/>
          </ac:spMkLst>
        </pc:spChg>
        <pc:spChg chg="mod topLvl">
          <ac:chgData name="Ryan Kusnadi" userId="4fb58c44f6c6a5cb" providerId="LiveId" clId="{CB48D145-7F78-4649-9ECC-A7A83723D3CB}" dt="2026-10-18T11:56:31.070" v="32309" actId="242"/>
          <ac:spMkLst>
            <pc:docMk/>
            <pc:sldMk cId="2304655736" sldId="310"/>
            <ac:spMk id="49" creationId="{FC6E2F0F-E947-67F8-091F-AE72EDCD5157}"/>
          </ac:spMkLst>
        </pc:spChg>
        <pc:spChg chg="mod topLvl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50" creationId="{59A3EC5E-DE65-11DF-8C15-95E544A66CDB}"/>
          </ac:spMkLst>
        </pc:spChg>
        <pc:spChg chg="mod">
          <ac:chgData name="Ryan Kusnadi" userId="4fb58c44f6c6a5cb" providerId="LiveId" clId="{CB48D145-7F78-4649-9ECC-A7A83723D3CB}" dt="2026-10-18T08:13:15.066" v="31164"/>
          <ac:spMkLst>
            <pc:docMk/>
            <pc:sldMk cId="2304655736" sldId="310"/>
            <ac:spMk id="52" creationId="{DC4CD662-683F-CE60-12FB-9D2ABF35278C}"/>
          </ac:spMkLst>
        </pc:spChg>
        <pc:spChg chg="mod">
          <ac:chgData name="Ryan Kusnadi" userId="4fb58c44f6c6a5cb" providerId="LiveId" clId="{CB48D145-7F78-4649-9ECC-A7A83723D3CB}" dt="2026-10-18T08:13:15.066" v="31164"/>
          <ac:spMkLst>
            <pc:docMk/>
            <pc:sldMk cId="2304655736" sldId="310"/>
            <ac:spMk id="53" creationId="{86F460D6-21E0-F044-9A9E-30050E9D264A}"/>
          </ac:spMkLst>
        </pc:spChg>
        <pc:spChg chg="mod">
          <ac:chgData name="Ryan Kusnadi" userId="4fb58c44f6c6a5cb" providerId="LiveId" clId="{CB48D145-7F78-4649-9ECC-A7A83723D3CB}" dt="2026-10-18T08:13:15.066" v="31164"/>
          <ac:spMkLst>
            <pc:docMk/>
            <pc:sldMk cId="2304655736" sldId="310"/>
            <ac:spMk id="54" creationId="{F203FC03-734E-1DC7-4765-5C342A344E8A}"/>
          </ac:spMkLst>
        </pc:spChg>
        <pc:spChg chg="mod topLvl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56" creationId="{829241D2-6FE5-343D-6C09-D90104DBCC89}"/>
          </ac:spMkLst>
        </pc:spChg>
        <pc:spChg chg="mod topLvl">
          <ac:chgData name="Ryan Kusnadi" userId="4fb58c44f6c6a5cb" providerId="LiveId" clId="{CB48D145-7F78-4649-9ECC-A7A83723D3CB}" dt="2026-10-18T11:56:31.070" v="32309" actId="242"/>
          <ac:spMkLst>
            <pc:docMk/>
            <pc:sldMk cId="2304655736" sldId="310"/>
            <ac:spMk id="57" creationId="{05DAD864-DFE3-AD90-8414-0AF34232F9FE}"/>
          </ac:spMkLst>
        </pc:spChg>
        <pc:spChg chg="mod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58" creationId="{192AF80F-12C9-C864-4C19-0D4C341287E7}"/>
          </ac:spMkLst>
        </pc:spChg>
        <pc:spChg chg="mod topLvl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60" creationId="{6F44E1A7-4FBD-F1B6-A6CE-814E254CC29B}"/>
          </ac:spMkLst>
        </pc:spChg>
        <pc:spChg chg="mod topLvl">
          <ac:chgData name="Ryan Kusnadi" userId="4fb58c44f6c6a5cb" providerId="LiveId" clId="{CB48D145-7F78-4649-9ECC-A7A83723D3CB}" dt="2026-10-18T11:56:31.070" v="32309" actId="242"/>
          <ac:spMkLst>
            <pc:docMk/>
            <pc:sldMk cId="2304655736" sldId="310"/>
            <ac:spMk id="61" creationId="{9DD30D39-2357-FCEF-9DFB-5538457403A9}"/>
          </ac:spMkLst>
        </pc:spChg>
        <pc:spChg chg="mod topLvl">
          <ac:chgData name="Ryan Kusnadi" userId="4fb58c44f6c6a5cb" providerId="LiveId" clId="{CB48D145-7F78-4649-9ECC-A7A83723D3CB}" dt="2026-10-18T11:56:17.288" v="32308" actId="3064"/>
          <ac:spMkLst>
            <pc:docMk/>
            <pc:sldMk cId="2304655736" sldId="310"/>
            <ac:spMk id="62" creationId="{78E0EE9E-ED1D-15A1-93D0-1AB111C353FE}"/>
          </ac:spMkLst>
        </pc:spChg>
        <pc:spChg chg="add del mod">
          <ac:chgData name="Ryan Kusnadi" userId="4fb58c44f6c6a5cb" providerId="LiveId" clId="{CB48D145-7F78-4649-9ECC-A7A83723D3CB}" dt="2026-10-18T11:56:33.075" v="32312"/>
          <ac:spMkLst>
            <pc:docMk/>
            <pc:sldMk cId="2304655736" sldId="310"/>
            <ac:spMk id="67" creationId="{F78EC902-9D2B-51C0-5BF5-7D152E0119E0}"/>
          </ac:spMkLst>
        </pc:spChg>
        <pc:spChg chg="add del mod">
          <ac:chgData name="Ryan Kusnadi" userId="4fb58c44f6c6a5cb" providerId="LiveId" clId="{CB48D145-7F78-4649-9ECC-A7A83723D3CB}" dt="2026-10-18T11:56:39.254" v="32315"/>
          <ac:spMkLst>
            <pc:docMk/>
            <pc:sldMk cId="2304655736" sldId="310"/>
            <ac:spMk id="68" creationId="{4D226D71-B069-A239-3164-A9A4F5DD4850}"/>
          </ac:spMkLst>
        </pc:spChg>
        <pc:grpChg chg="add mod">
          <ac:chgData name="Ryan Kusnadi" userId="4fb58c44f6c6a5cb" providerId="LiveId" clId="{CB48D145-7F78-4649-9ECC-A7A83723D3CB}" dt="2026-10-18T08:13:11.868" v="31157" actId="164"/>
          <ac:grpSpMkLst>
            <pc:docMk/>
            <pc:sldMk cId="2304655736" sldId="310"/>
            <ac:grpSpMk id="45" creationId="{9375845A-3BD1-162F-8E4A-D3CD4477ED5B}"/>
          </ac:grpSpMkLst>
        </pc:grpChg>
        <pc:grpChg chg="add mod">
          <ac:chgData name="Ryan Kusnadi" userId="4fb58c44f6c6a5cb" providerId="LiveId" clId="{CB48D145-7F78-4649-9ECC-A7A83723D3CB}" dt="2026-10-18T08:13:27.942" v="31236" actId="552"/>
          <ac:grpSpMkLst>
            <pc:docMk/>
            <pc:sldMk cId="2304655736" sldId="310"/>
            <ac:grpSpMk id="46" creationId="{23207A0F-2165-02A2-08DE-73902CB27474}"/>
          </ac:grpSpMkLst>
        </pc:grpChg>
        <pc:grpChg chg="add mod">
          <ac:chgData name="Ryan Kusnadi" userId="4fb58c44f6c6a5cb" providerId="LiveId" clId="{CB48D145-7F78-4649-9ECC-A7A83723D3CB}" dt="2026-10-18T11:53:51.186" v="32257" actId="465"/>
          <ac:grpSpMkLst>
            <pc:docMk/>
            <pc:sldMk cId="2304655736" sldId="310"/>
            <ac:grpSpMk id="47" creationId="{E232BE13-3096-2384-DC95-E56DECCD6E81}"/>
          </ac:grpSpMkLst>
        </pc:grpChg>
        <pc:grpChg chg="add del mod">
          <ac:chgData name="Ryan Kusnadi" userId="4fb58c44f6c6a5cb" providerId="LiveId" clId="{CB48D145-7F78-4649-9ECC-A7A83723D3CB}" dt="2026-10-18T08:16:17.944" v="31313" actId="478"/>
          <ac:grpSpMkLst>
            <pc:docMk/>
            <pc:sldMk cId="2304655736" sldId="310"/>
            <ac:grpSpMk id="51" creationId="{D5905037-4C3F-4349-2D00-2D91ECE50B15}"/>
          </ac:grpSpMkLst>
        </pc:grpChg>
        <pc:grpChg chg="add mod">
          <ac:chgData name="Ryan Kusnadi" userId="4fb58c44f6c6a5cb" providerId="LiveId" clId="{CB48D145-7F78-4649-9ECC-A7A83723D3CB}" dt="2026-10-18T11:53:51.186" v="32257" actId="465"/>
          <ac:grpSpMkLst>
            <pc:docMk/>
            <pc:sldMk cId="2304655736" sldId="310"/>
            <ac:grpSpMk id="55" creationId="{859199D6-0A5A-B4FE-0C1D-6610DCB568DF}"/>
          </ac:grpSpMkLst>
        </pc:grpChg>
        <pc:grpChg chg="add mod">
          <ac:chgData name="Ryan Kusnadi" userId="4fb58c44f6c6a5cb" providerId="LiveId" clId="{CB48D145-7F78-4649-9ECC-A7A83723D3CB}" dt="2026-10-18T11:53:48.767" v="32256" actId="1035"/>
          <ac:grpSpMkLst>
            <pc:docMk/>
            <pc:sldMk cId="2304655736" sldId="310"/>
            <ac:grpSpMk id="59" creationId="{4A1D1994-1CF2-9435-DC9A-D14DAF6377B4}"/>
          </ac:grpSpMkLst>
        </pc:grpChg>
        <pc:grpChg chg="add mod">
          <ac:chgData name="Ryan Kusnadi" userId="4fb58c44f6c6a5cb" providerId="LiveId" clId="{CB48D145-7F78-4649-9ECC-A7A83723D3CB}" dt="2026-10-18T11:54:44.075" v="32283" actId="164"/>
          <ac:grpSpMkLst>
            <pc:docMk/>
            <pc:sldMk cId="2304655736" sldId="310"/>
            <ac:grpSpMk id="63" creationId="{0FAE835A-986B-522B-1F49-DABB09EA5DE7}"/>
          </ac:grpSpMkLst>
        </pc:grpChg>
        <pc:grpChg chg="add mod">
          <ac:chgData name="Ryan Kusnadi" userId="4fb58c44f6c6a5cb" providerId="LiveId" clId="{CB48D145-7F78-4649-9ECC-A7A83723D3CB}" dt="2026-10-18T11:54:57.896" v="32287" actId="465"/>
          <ac:grpSpMkLst>
            <pc:docMk/>
            <pc:sldMk cId="2304655736" sldId="310"/>
            <ac:grpSpMk id="64" creationId="{E0AA1290-F0FC-9B85-78D3-0984A2243188}"/>
          </ac:grpSpMkLst>
        </pc:grpChg>
        <pc:grpChg chg="add mod">
          <ac:chgData name="Ryan Kusnadi" userId="4fb58c44f6c6a5cb" providerId="LiveId" clId="{CB48D145-7F78-4649-9ECC-A7A83723D3CB}" dt="2026-10-18T11:54:57.896" v="32287" actId="465"/>
          <ac:grpSpMkLst>
            <pc:docMk/>
            <pc:sldMk cId="2304655736" sldId="310"/>
            <ac:grpSpMk id="65" creationId="{F9312BC4-77DE-CFCA-698E-E41F213511F2}"/>
          </ac:grpSpMkLst>
        </pc:grpChg>
        <pc:grpChg chg="add mod">
          <ac:chgData name="Ryan Kusnadi" userId="4fb58c44f6c6a5cb" providerId="LiveId" clId="{CB48D145-7F78-4649-9ECC-A7A83723D3CB}" dt="2026-10-18T11:54:57.896" v="32287" actId="465"/>
          <ac:grpSpMkLst>
            <pc:docMk/>
            <pc:sldMk cId="2304655736" sldId="310"/>
            <ac:grpSpMk id="66" creationId="{0B63CFF9-D06A-5846-72DE-712C73C8C1E9}"/>
          </ac:grpSpMkLst>
        </pc:grpChg>
      </pc:sldChg>
      <pc:sldChg chg="modSp add del mod">
        <pc:chgData name="Ryan Kusnadi" userId="4fb58c44f6c6a5cb" providerId="LiveId" clId="{CB48D145-7F78-4649-9ECC-A7A83723D3CB}" dt="2026-10-18T03:55:45.546" v="22408"/>
        <pc:sldMkLst>
          <pc:docMk/>
          <pc:sldMk cId="491840586" sldId="311"/>
        </pc:sldMkLst>
        <pc:spChg chg="mod">
          <ac:chgData name="Ryan Kusnadi" userId="4fb58c44f6c6a5cb" providerId="LiveId" clId="{CB48D145-7F78-4649-9ECC-A7A83723D3CB}" dt="2026-10-18T03:55:41.410" v="22406" actId="20577"/>
          <ac:spMkLst>
            <pc:docMk/>
            <pc:sldMk cId="491840586" sldId="311"/>
            <ac:spMk id="2" creationId="{7ECFF8DB-61D2-394C-20B9-18D18A0BEBD7}"/>
          </ac:spMkLst>
        </pc:spChg>
        <pc:spChg chg="mod">
          <ac:chgData name="Ryan Kusnadi" userId="4fb58c44f6c6a5cb" providerId="LiveId" clId="{CB48D145-7F78-4649-9ECC-A7A83723D3CB}" dt="2026-10-18T03:53:07.652" v="22395"/>
          <ac:spMkLst>
            <pc:docMk/>
            <pc:sldMk cId="491840586" sldId="311"/>
            <ac:spMk id="7" creationId="{30DC3C08-84C9-DFBF-A168-BA55451097EF}"/>
          </ac:spMkLst>
        </pc:spChg>
        <pc:spChg chg="mod">
          <ac:chgData name="Ryan Kusnadi" userId="4fb58c44f6c6a5cb" providerId="LiveId" clId="{CB48D145-7F78-4649-9ECC-A7A83723D3CB}" dt="2026-10-18T03:53:43.079" v="22403" actId="20577"/>
          <ac:spMkLst>
            <pc:docMk/>
            <pc:sldMk cId="491840586" sldId="311"/>
            <ac:spMk id="10" creationId="{7CDC3B49-6E6B-A4DA-68DA-83BD96F7AFA2}"/>
          </ac:spMkLst>
        </pc:spChg>
        <pc:spChg chg="mod">
          <ac:chgData name="Ryan Kusnadi" userId="4fb58c44f6c6a5cb" providerId="LiveId" clId="{CB48D145-7F78-4649-9ECC-A7A83723D3CB}" dt="2026-10-18T03:53:07.653" v="22397"/>
          <ac:spMkLst>
            <pc:docMk/>
            <pc:sldMk cId="491840586" sldId="311"/>
            <ac:spMk id="400" creationId="{00000000-0000-0000-0000-000000000000}"/>
          </ac:spMkLst>
        </pc:spChg>
      </pc:sldChg>
      <pc:sldChg chg="addSp modSp add del mod">
        <pc:chgData name="Ryan Kusnadi" userId="4fb58c44f6c6a5cb" providerId="LiveId" clId="{CB48D145-7F78-4649-9ECC-A7A83723D3CB}" dt="2026-10-18T03:29:34.757" v="20860"/>
        <pc:sldMkLst>
          <pc:docMk/>
          <pc:sldMk cId="527832118" sldId="311"/>
        </pc:sldMkLst>
        <pc:spChg chg="mod">
          <ac:chgData name="Ryan Kusnadi" userId="4fb58c44f6c6a5cb" providerId="LiveId" clId="{CB48D145-7F78-4649-9ECC-A7A83723D3CB}" dt="2026-10-18T03:28:49.626" v="20855" actId="20577"/>
          <ac:spMkLst>
            <pc:docMk/>
            <pc:sldMk cId="527832118" sldId="311"/>
            <ac:spMk id="9" creationId="{68CE4E9B-2D38-2642-3E7A-EB2F105D3E20}"/>
          </ac:spMkLst>
        </pc:spChg>
        <pc:spChg chg="add mod">
          <ac:chgData name="Ryan Kusnadi" userId="4fb58c44f6c6a5cb" providerId="LiveId" clId="{CB48D145-7F78-4649-9ECC-A7A83723D3CB}" dt="2026-10-18T03:29:31.252" v="20858" actId="552"/>
          <ac:spMkLst>
            <pc:docMk/>
            <pc:sldMk cId="527832118" sldId="311"/>
            <ac:spMk id="10" creationId="{7CDC3B49-6E6B-A4DA-68DA-83BD96F7AFA2}"/>
          </ac:spMkLst>
        </pc:spChg>
        <pc:spChg chg="mod">
          <ac:chgData name="Ryan Kusnadi" userId="4fb58c44f6c6a5cb" providerId="LiveId" clId="{CB48D145-7F78-4649-9ECC-A7A83723D3CB}" dt="2026-10-18T03:26:49.731" v="20786" actId="207"/>
          <ac:spMkLst>
            <pc:docMk/>
            <pc:sldMk cId="527832118" sldId="311"/>
            <ac:spMk id="28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26:49.731" v="20786" actId="207"/>
          <ac:spMkLst>
            <pc:docMk/>
            <pc:sldMk cId="527832118" sldId="311"/>
            <ac:spMk id="3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29:31.252" v="20858" actId="552"/>
          <ac:spMkLst>
            <pc:docMk/>
            <pc:sldMk cId="527832118" sldId="311"/>
            <ac:spMk id="61" creationId="{107723F3-9A7B-34FD-1BC2-954496618AD8}"/>
          </ac:spMkLst>
        </pc:spChg>
        <pc:spChg chg="mod">
          <ac:chgData name="Ryan Kusnadi" userId="4fb58c44f6c6a5cb" providerId="LiveId" clId="{CB48D145-7F78-4649-9ECC-A7A83723D3CB}" dt="2026-10-18T03:26:42.128" v="20785" actId="1036"/>
          <ac:spMkLst>
            <pc:docMk/>
            <pc:sldMk cId="527832118" sldId="311"/>
            <ac:spMk id="20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26:42.128" v="20785" actId="1036"/>
          <ac:spMkLst>
            <pc:docMk/>
            <pc:sldMk cId="527832118" sldId="311"/>
            <ac:spMk id="201" creationId="{00000000-0000-0000-0000-000000000000}"/>
          </ac:spMkLst>
        </pc:spChg>
      </pc:sldChg>
      <pc:sldChg chg="addSp modSp add del mod">
        <pc:chgData name="Ryan Kusnadi" userId="4fb58c44f6c6a5cb" providerId="LiveId" clId="{CB48D145-7F78-4649-9ECC-A7A83723D3CB}" dt="2026-10-18T03:52:43.818" v="22387"/>
        <pc:sldMkLst>
          <pc:docMk/>
          <pc:sldMk cId="711176107" sldId="311"/>
        </pc:sldMkLst>
        <pc:spChg chg="add mod">
          <ac:chgData name="Ryan Kusnadi" userId="4fb58c44f6c6a5cb" providerId="LiveId" clId="{CB48D145-7F78-4649-9ECC-A7A83723D3CB}" dt="2026-10-18T03:50:22.858" v="22380" actId="14100"/>
          <ac:spMkLst>
            <pc:docMk/>
            <pc:sldMk cId="711176107" sldId="311"/>
            <ac:spMk id="7" creationId="{30DC3C08-84C9-DFBF-A168-BA55451097EF}"/>
          </ac:spMkLst>
        </pc:spChg>
        <pc:spChg chg="mod">
          <ac:chgData name="Ryan Kusnadi" userId="4fb58c44f6c6a5cb" providerId="LiveId" clId="{CB48D145-7F78-4649-9ECC-A7A83723D3CB}" dt="2026-10-18T03:52:19.300" v="22385" actId="113"/>
          <ac:spMkLst>
            <pc:docMk/>
            <pc:sldMk cId="711176107" sldId="311"/>
            <ac:spMk id="9" creationId="{68CE4E9B-2D38-2642-3E7A-EB2F105D3E20}"/>
          </ac:spMkLst>
        </pc:spChg>
        <pc:spChg chg="mod">
          <ac:chgData name="Ryan Kusnadi" userId="4fb58c44f6c6a5cb" providerId="LiveId" clId="{CB48D145-7F78-4649-9ECC-A7A83723D3CB}" dt="2026-10-18T03:52:09.880" v="22384"/>
          <ac:spMkLst>
            <pc:docMk/>
            <pc:sldMk cId="711176107" sldId="311"/>
            <ac:spMk id="10" creationId="{7CDC3B49-6E6B-A4DA-68DA-83BD96F7AFA2}"/>
          </ac:spMkLst>
        </pc:spChg>
        <pc:spChg chg="mod">
          <ac:chgData name="Ryan Kusnadi" userId="4fb58c44f6c6a5cb" providerId="LiveId" clId="{CB48D145-7F78-4649-9ECC-A7A83723D3CB}" dt="2026-10-18T03:49:34.924" v="22310" actId="1035"/>
          <ac:spMkLst>
            <pc:docMk/>
            <pc:sldMk cId="711176107" sldId="311"/>
            <ac:spMk id="28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49:34.924" v="22310" actId="1035"/>
          <ac:spMkLst>
            <pc:docMk/>
            <pc:sldMk cId="711176107" sldId="311"/>
            <ac:spMk id="3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50:31.958" v="22383" actId="20577"/>
          <ac:spMkLst>
            <pc:docMk/>
            <pc:sldMk cId="711176107" sldId="311"/>
            <ac:spMk id="61" creationId="{107723F3-9A7B-34FD-1BC2-954496618AD8}"/>
          </ac:spMkLst>
        </pc:spChg>
        <pc:spChg chg="mod">
          <ac:chgData name="Ryan Kusnadi" userId="4fb58c44f6c6a5cb" providerId="LiveId" clId="{CB48D145-7F78-4649-9ECC-A7A83723D3CB}" dt="2026-10-18T03:49:34.924" v="22310" actId="1035"/>
          <ac:spMkLst>
            <pc:docMk/>
            <pc:sldMk cId="711176107" sldId="311"/>
            <ac:spMk id="20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49:34.924" v="22310" actId="1035"/>
          <ac:spMkLst>
            <pc:docMk/>
            <pc:sldMk cId="711176107" sldId="311"/>
            <ac:spMk id="201" creationId="{00000000-0000-0000-0000-000000000000}"/>
          </ac:spMkLst>
        </pc:spChg>
        <pc:graphicFrameChg chg="mod">
          <ac:chgData name="Ryan Kusnadi" userId="4fb58c44f6c6a5cb" providerId="LiveId" clId="{CB48D145-7F78-4649-9ECC-A7A83723D3CB}" dt="2026-10-18T03:49:39.524" v="22313" actId="1076"/>
          <ac:graphicFrameMkLst>
            <pc:docMk/>
            <pc:sldMk cId="711176107" sldId="311"/>
            <ac:graphicFrameMk id="17" creationId="{8C981829-309B-866C-C7C1-8B5609D2E308}"/>
          </ac:graphicFrameMkLst>
        </pc:graphicFrameChg>
        <pc:picChg chg="mod">
          <ac:chgData name="Ryan Kusnadi" userId="4fb58c44f6c6a5cb" providerId="LiveId" clId="{CB48D145-7F78-4649-9ECC-A7A83723D3CB}" dt="2026-10-18T03:49:34.924" v="22310" actId="1035"/>
          <ac:picMkLst>
            <pc:docMk/>
            <pc:sldMk cId="711176107" sldId="311"/>
            <ac:picMk id="24" creationId="{8CC410D8-A4FE-38D0-63AA-5FFF3DACC10F}"/>
          </ac:picMkLst>
        </pc:picChg>
        <pc:picChg chg="mod">
          <ac:chgData name="Ryan Kusnadi" userId="4fb58c44f6c6a5cb" providerId="LiveId" clId="{CB48D145-7F78-4649-9ECC-A7A83723D3CB}" dt="2026-10-18T03:49:34.924" v="22310" actId="1035"/>
          <ac:picMkLst>
            <pc:docMk/>
            <pc:sldMk cId="711176107" sldId="311"/>
            <ac:picMk id="26" creationId="{BEDB096E-8D41-213D-E815-2E9E4211DF26}"/>
          </ac:picMkLst>
        </pc:picChg>
        <pc:picChg chg="mod">
          <ac:chgData name="Ryan Kusnadi" userId="4fb58c44f6c6a5cb" providerId="LiveId" clId="{CB48D145-7F78-4649-9ECC-A7A83723D3CB}" dt="2026-10-18T03:49:16.273" v="22263" actId="1036"/>
          <ac:picMkLst>
            <pc:docMk/>
            <pc:sldMk cId="711176107" sldId="311"/>
            <ac:picMk id="34" creationId="{A52B65AF-0CE3-2043-CBE9-D473DBC7DFD9}"/>
          </ac:picMkLst>
        </pc:picChg>
      </pc:sldChg>
      <pc:sldChg chg="addSp delSp modSp add del mod ord">
        <pc:chgData name="Ryan Kusnadi" userId="4fb58c44f6c6a5cb" providerId="LiveId" clId="{CB48D145-7F78-4649-9ECC-A7A83723D3CB}" dt="2026-10-18T03:25:26.087" v="20762"/>
        <pc:sldMkLst>
          <pc:docMk/>
          <pc:sldMk cId="1054079559" sldId="311"/>
        </pc:sldMkLst>
        <pc:spChg chg="mod">
          <ac:chgData name="Ryan Kusnadi" userId="4fb58c44f6c6a5cb" providerId="LiveId" clId="{CB48D145-7F78-4649-9ECC-A7A83723D3CB}" dt="2026-10-18T03:05:40.053" v="19537" actId="1076"/>
          <ac:spMkLst>
            <pc:docMk/>
            <pc:sldMk cId="1054079559" sldId="311"/>
            <ac:spMk id="7" creationId="{326EA961-BC49-6FB9-0C3A-A09AB33C9A98}"/>
          </ac:spMkLst>
        </pc:spChg>
        <pc:spChg chg="add mod topLvl">
          <ac:chgData name="Ryan Kusnadi" userId="4fb58c44f6c6a5cb" providerId="LiveId" clId="{CB48D145-7F78-4649-9ECC-A7A83723D3CB}" dt="2026-10-18T03:14:30.121" v="19874" actId="12788"/>
          <ac:spMkLst>
            <pc:docMk/>
            <pc:sldMk cId="1054079559" sldId="311"/>
            <ac:spMk id="8" creationId="{65F5DC34-D5BD-48A1-4A96-6A3EE9A07331}"/>
          </ac:spMkLst>
        </pc:spChg>
        <pc:spChg chg="mod">
          <ac:chgData name="Ryan Kusnadi" userId="4fb58c44f6c6a5cb" providerId="LiveId" clId="{CB48D145-7F78-4649-9ECC-A7A83723D3CB}" dt="2026-10-18T03:21:08.957" v="20468" actId="20577"/>
          <ac:spMkLst>
            <pc:docMk/>
            <pc:sldMk cId="1054079559" sldId="311"/>
            <ac:spMk id="9" creationId="{68CE4E9B-2D38-2642-3E7A-EB2F105D3E20}"/>
          </ac:spMkLst>
        </pc:spChg>
        <pc:spChg chg="mod topLvl">
          <ac:chgData name="Ryan Kusnadi" userId="4fb58c44f6c6a5cb" providerId="LiveId" clId="{CB48D145-7F78-4649-9ECC-A7A83723D3CB}" dt="2026-10-18T03:14:27.717" v="19873" actId="12788"/>
          <ac:spMkLst>
            <pc:docMk/>
            <pc:sldMk cId="1054079559" sldId="311"/>
            <ac:spMk id="11" creationId="{EF89C9A0-5547-CBAD-9CE5-E851358A64D4}"/>
          </ac:spMkLst>
        </pc:spChg>
        <pc:spChg chg="add mod">
          <ac:chgData name="Ryan Kusnadi" userId="4fb58c44f6c6a5cb" providerId="LiveId" clId="{CB48D145-7F78-4649-9ECC-A7A83723D3CB}" dt="2026-10-18T03:16:04.047" v="19937" actId="207"/>
          <ac:spMkLst>
            <pc:docMk/>
            <pc:sldMk cId="1054079559" sldId="311"/>
            <ac:spMk id="12" creationId="{92AF8CA6-2B6B-1941-CA01-7E480514A4BE}"/>
          </ac:spMkLst>
        </pc:spChg>
        <pc:spChg chg="add mod">
          <ac:chgData name="Ryan Kusnadi" userId="4fb58c44f6c6a5cb" providerId="LiveId" clId="{CB48D145-7F78-4649-9ECC-A7A83723D3CB}" dt="2026-10-18T03:16:13.790" v="19940" actId="207"/>
          <ac:spMkLst>
            <pc:docMk/>
            <pc:sldMk cId="1054079559" sldId="311"/>
            <ac:spMk id="14" creationId="{E60D6F03-B50C-ADA8-FC37-D44F4AE39150}"/>
          </ac:spMkLst>
        </pc:spChg>
        <pc:spChg chg="add mod">
          <ac:chgData name="Ryan Kusnadi" userId="4fb58c44f6c6a5cb" providerId="LiveId" clId="{CB48D145-7F78-4649-9ECC-A7A83723D3CB}" dt="2026-10-18T03:16:10.453" v="19939" actId="207"/>
          <ac:spMkLst>
            <pc:docMk/>
            <pc:sldMk cId="1054079559" sldId="311"/>
            <ac:spMk id="16" creationId="{F593ECA0-7C53-6583-FDBF-44DC5D6F81AA}"/>
          </ac:spMkLst>
        </pc:spChg>
        <pc:spChg chg="add del mod">
          <ac:chgData name="Ryan Kusnadi" userId="4fb58c44f6c6a5cb" providerId="LiveId" clId="{CB48D145-7F78-4649-9ECC-A7A83723D3CB}" dt="2026-10-18T03:08:07.889" v="19631"/>
          <ac:spMkLst>
            <pc:docMk/>
            <pc:sldMk cId="1054079559" sldId="311"/>
            <ac:spMk id="17" creationId="{542D689B-78D4-ED94-E5E0-0B943B7660DF}"/>
          </ac:spMkLst>
        </pc:spChg>
        <pc:spChg chg="add mod">
          <ac:chgData name="Ryan Kusnadi" userId="4fb58c44f6c6a5cb" providerId="LiveId" clId="{CB48D145-7F78-4649-9ECC-A7A83723D3CB}" dt="2026-10-18T03:15:44.157" v="19933" actId="14100"/>
          <ac:spMkLst>
            <pc:docMk/>
            <pc:sldMk cId="1054079559" sldId="311"/>
            <ac:spMk id="19" creationId="{543B0368-5870-D6CC-59C2-E032ADC3E6D6}"/>
          </ac:spMkLst>
        </pc:spChg>
        <pc:spChg chg="add mod">
          <ac:chgData name="Ryan Kusnadi" userId="4fb58c44f6c6a5cb" providerId="LiveId" clId="{CB48D145-7F78-4649-9ECC-A7A83723D3CB}" dt="2026-10-18T03:15:49.136" v="19934" actId="14100"/>
          <ac:spMkLst>
            <pc:docMk/>
            <pc:sldMk cId="1054079559" sldId="311"/>
            <ac:spMk id="21" creationId="{137D5704-5C91-F184-1CBD-8B14AC15439E}"/>
          </ac:spMkLst>
        </pc:spChg>
        <pc:spChg chg="add mod">
          <ac:chgData name="Ryan Kusnadi" userId="4fb58c44f6c6a5cb" providerId="LiveId" clId="{CB48D145-7F78-4649-9ECC-A7A83723D3CB}" dt="2026-10-18T03:15:52.316" v="19935" actId="14100"/>
          <ac:spMkLst>
            <pc:docMk/>
            <pc:sldMk cId="1054079559" sldId="311"/>
            <ac:spMk id="23" creationId="{4E2BD45E-9716-FD73-28A9-15C627541CFB}"/>
          </ac:spMkLst>
        </pc:spChg>
        <pc:spChg chg="add del mod">
          <ac:chgData name="Ryan Kusnadi" userId="4fb58c44f6c6a5cb" providerId="LiveId" clId="{CB48D145-7F78-4649-9ECC-A7A83723D3CB}" dt="2026-10-18T03:23:01.490" v="20684" actId="478"/>
          <ac:spMkLst>
            <pc:docMk/>
            <pc:sldMk cId="1054079559" sldId="311"/>
            <ac:spMk id="27" creationId="{4A8C5A25-C3C5-8795-44B3-E8F12C126F9B}"/>
          </ac:spMkLst>
        </pc:spChg>
        <pc:spChg chg="add mod">
          <ac:chgData name="Ryan Kusnadi" userId="4fb58c44f6c6a5cb" providerId="LiveId" clId="{CB48D145-7F78-4649-9ECC-A7A83723D3CB}" dt="2026-10-18T03:24:27.880" v="20756" actId="20577"/>
          <ac:spMkLst>
            <pc:docMk/>
            <pc:sldMk cId="1054079559" sldId="311"/>
            <ac:spMk id="28" creationId="{1B30F213-FECD-41B6-A0C3-0C2A5AAA98A9}"/>
          </ac:spMkLst>
        </pc:spChg>
        <pc:spChg chg="add mod">
          <ac:chgData name="Ryan Kusnadi" userId="4fb58c44f6c6a5cb" providerId="LiveId" clId="{CB48D145-7F78-4649-9ECC-A7A83723D3CB}" dt="2026-10-18T03:24:31.670" v="20760" actId="20577"/>
          <ac:spMkLst>
            <pc:docMk/>
            <pc:sldMk cId="1054079559" sldId="311"/>
            <ac:spMk id="30" creationId="{AEF6D120-0B24-6DF4-F5E2-4CDDE4E2081E}"/>
          </ac:spMkLst>
        </pc:spChg>
        <pc:spChg chg="mod">
          <ac:chgData name="Ryan Kusnadi" userId="4fb58c44f6c6a5cb" providerId="LiveId" clId="{CB48D145-7F78-4649-9ECC-A7A83723D3CB}" dt="2026-10-18T03:22:20.320" v="20679" actId="20577"/>
          <ac:spMkLst>
            <pc:docMk/>
            <pc:sldMk cId="1054079559" sldId="311"/>
            <ac:spMk id="61" creationId="{107723F3-9A7B-34FD-1BC2-954496618AD8}"/>
          </ac:spMkLst>
        </pc:spChg>
        <pc:spChg chg="mod">
          <ac:chgData name="Ryan Kusnadi" userId="4fb58c44f6c6a5cb" providerId="LiveId" clId="{CB48D145-7F78-4649-9ECC-A7A83723D3CB}" dt="2026-10-18T03:22:34.205" v="20681" actId="14100"/>
          <ac:spMkLst>
            <pc:docMk/>
            <pc:sldMk cId="1054079559" sldId="311"/>
            <ac:spMk id="101" creationId="{DE5A5B97-3CBC-8797-25A8-653E13FE15CA}"/>
          </ac:spMkLst>
        </pc:spChg>
        <pc:spChg chg="mod">
          <ac:chgData name="Ryan Kusnadi" userId="4fb58c44f6c6a5cb" providerId="LiveId" clId="{CB48D145-7F78-4649-9ECC-A7A83723D3CB}" dt="2026-10-18T03:17:16.126" v="20145" actId="20577"/>
          <ac:spMkLst>
            <pc:docMk/>
            <pc:sldMk cId="1054079559" sldId="311"/>
            <ac:spMk id="103" creationId="{DC8B7696-C30E-7558-ABA4-F24D55A7D07B}"/>
          </ac:spMkLst>
        </pc:spChg>
        <pc:grpChg chg="add del mod">
          <ac:chgData name="Ryan Kusnadi" userId="4fb58c44f6c6a5cb" providerId="LiveId" clId="{CB48D145-7F78-4649-9ECC-A7A83723D3CB}" dt="2026-10-18T03:14:22.306" v="19872" actId="165"/>
          <ac:grpSpMkLst>
            <pc:docMk/>
            <pc:sldMk cId="1054079559" sldId="311"/>
            <ac:grpSpMk id="10" creationId="{93A7DBBB-8E84-2388-5092-1D7E3CB82BA4}"/>
          </ac:grpSpMkLst>
        </pc:grpChg>
        <pc:grpChg chg="add mod">
          <ac:chgData name="Ryan Kusnadi" userId="4fb58c44f6c6a5cb" providerId="LiveId" clId="{CB48D145-7F78-4649-9ECC-A7A83723D3CB}" dt="2026-10-18T03:15:57.249" v="19936" actId="408"/>
          <ac:grpSpMkLst>
            <pc:docMk/>
            <pc:sldMk cId="1054079559" sldId="311"/>
            <ac:grpSpMk id="18" creationId="{F8BF962F-C325-AA4A-0637-D2CCB43B8618}"/>
          </ac:grpSpMkLst>
        </pc:grpChg>
        <pc:grpChg chg="add mod">
          <ac:chgData name="Ryan Kusnadi" userId="4fb58c44f6c6a5cb" providerId="LiveId" clId="{CB48D145-7F78-4649-9ECC-A7A83723D3CB}" dt="2026-10-18T03:15:30.206" v="19929" actId="554"/>
          <ac:grpSpMkLst>
            <pc:docMk/>
            <pc:sldMk cId="1054079559" sldId="311"/>
            <ac:grpSpMk id="20" creationId="{364D16D2-B77F-F84F-767A-AF65593ED185}"/>
          </ac:grpSpMkLst>
        </pc:grpChg>
        <pc:grpChg chg="add mod">
          <ac:chgData name="Ryan Kusnadi" userId="4fb58c44f6c6a5cb" providerId="LiveId" clId="{CB48D145-7F78-4649-9ECC-A7A83723D3CB}" dt="2026-10-18T03:15:30.206" v="19929" actId="554"/>
          <ac:grpSpMkLst>
            <pc:docMk/>
            <pc:sldMk cId="1054079559" sldId="311"/>
            <ac:grpSpMk id="22" creationId="{7ECCD3B0-D84E-1D9F-3F41-5158A1DDEF3C}"/>
          </ac:grpSpMkLst>
        </pc:grpChg>
        <pc:graphicFrameChg chg="add del mod">
          <ac:chgData name="Ryan Kusnadi" userId="4fb58c44f6c6a5cb" providerId="LiveId" clId="{CB48D145-7F78-4649-9ECC-A7A83723D3CB}" dt="2026-10-18T03:12:27.142" v="19709" actId="478"/>
          <ac:graphicFrameMkLst>
            <pc:docMk/>
            <pc:sldMk cId="1054079559" sldId="311"/>
            <ac:graphicFrameMk id="6" creationId="{86521885-A99C-A188-AAF2-DA84D36D4A00}"/>
          </ac:graphicFrameMkLst>
        </pc:graphicFrameChg>
        <pc:graphicFrameChg chg="add del mod">
          <ac:chgData name="Ryan Kusnadi" userId="4fb58c44f6c6a5cb" providerId="LiveId" clId="{CB48D145-7F78-4649-9ECC-A7A83723D3CB}" dt="2026-10-18T03:12:27.142" v="19709" actId="478"/>
          <ac:graphicFrameMkLst>
            <pc:docMk/>
            <pc:sldMk cId="1054079559" sldId="311"/>
            <ac:graphicFrameMk id="13" creationId="{8C981829-309B-866C-C7C1-8B5609D2E308}"/>
          </ac:graphicFrameMkLst>
        </pc:graphicFrameChg>
        <pc:graphicFrameChg chg="add mod ord">
          <ac:chgData name="Ryan Kusnadi" userId="4fb58c44f6c6a5cb" providerId="LiveId" clId="{CB48D145-7F78-4649-9ECC-A7A83723D3CB}" dt="2026-10-18T03:16:22.574" v="19948" actId="1035"/>
          <ac:graphicFrameMkLst>
            <pc:docMk/>
            <pc:sldMk cId="1054079559" sldId="311"/>
            <ac:graphicFrameMk id="15" creationId="{86521885-A99C-A188-AAF2-DA84D36D4A00}"/>
          </ac:graphicFrameMkLst>
        </pc:graphicFrameChg>
        <pc:graphicFrameChg chg="add mod ord">
          <ac:chgData name="Ryan Kusnadi" userId="4fb58c44f6c6a5cb" providerId="LiveId" clId="{CB48D145-7F78-4649-9ECC-A7A83723D3CB}" dt="2026-10-18T03:16:22.574" v="19948" actId="1035"/>
          <ac:graphicFrameMkLst>
            <pc:docMk/>
            <pc:sldMk cId="1054079559" sldId="311"/>
            <ac:graphicFrameMk id="17" creationId="{8C981829-309B-866C-C7C1-8B5609D2E308}"/>
          </ac:graphicFrameMkLst>
        </pc:graphicFrameChg>
        <pc:graphicFrameChg chg="add del mod">
          <ac:chgData name="Ryan Kusnadi" userId="4fb58c44f6c6a5cb" providerId="LiveId" clId="{CB48D145-7F78-4649-9ECC-A7A83723D3CB}" dt="2026-10-18T03:12:20.611" v="19703" actId="478"/>
          <ac:graphicFrameMkLst>
            <pc:docMk/>
            <pc:sldMk cId="1054079559" sldId="311"/>
            <ac:graphicFrameMk id="24" creationId="{86521885-A99C-A188-AAF2-DA84D36D4A00}"/>
          </ac:graphicFrameMkLst>
        </pc:graphicFrameChg>
        <pc:graphicFrameChg chg="add del mod">
          <ac:chgData name="Ryan Kusnadi" userId="4fb58c44f6c6a5cb" providerId="LiveId" clId="{CB48D145-7F78-4649-9ECC-A7A83723D3CB}" dt="2026-10-18T03:12:20.611" v="19703" actId="478"/>
          <ac:graphicFrameMkLst>
            <pc:docMk/>
            <pc:sldMk cId="1054079559" sldId="311"/>
            <ac:graphicFrameMk id="25" creationId="{8C981829-309B-866C-C7C1-8B5609D2E308}"/>
          </ac:graphicFrameMkLst>
        </pc:graphicFrameChg>
        <pc:graphicFrameChg chg="del mod">
          <ac:chgData name="Ryan Kusnadi" userId="4fb58c44f6c6a5cb" providerId="LiveId" clId="{CB48D145-7F78-4649-9ECC-A7A83723D3CB}" dt="2026-10-18T03:10:06.815" v="19687" actId="478"/>
          <ac:graphicFrameMkLst>
            <pc:docMk/>
            <pc:sldMk cId="1054079559" sldId="311"/>
            <ac:graphicFrameMk id="50" creationId="{5DD2F99C-4496-BF40-FB09-77F65DE37078}"/>
          </ac:graphicFrameMkLst>
        </pc:graphicFrameChg>
        <pc:graphicFrameChg chg="del mod">
          <ac:chgData name="Ryan Kusnadi" userId="4fb58c44f6c6a5cb" providerId="LiveId" clId="{CB48D145-7F78-4649-9ECC-A7A83723D3CB}" dt="2026-10-18T03:10:06.815" v="19687" actId="478"/>
          <ac:graphicFrameMkLst>
            <pc:docMk/>
            <pc:sldMk cId="1054079559" sldId="311"/>
            <ac:graphicFrameMk id="52" creationId="{865FB02C-ACFF-E5E5-C5D8-3551F449F469}"/>
          </ac:graphicFrameMkLst>
        </pc:graphicFrameChg>
        <pc:graphicFrameChg chg="mod">
          <ac:chgData name="Ryan Kusnadi" userId="4fb58c44f6c6a5cb" providerId="LiveId" clId="{CB48D145-7F78-4649-9ECC-A7A83723D3CB}" dt="2026-10-18T03:06:53.203" v="19616" actId="1076"/>
          <ac:graphicFrameMkLst>
            <pc:docMk/>
            <pc:sldMk cId="1054079559" sldId="311"/>
            <ac:graphicFrameMk id="100" creationId="{E969BF2D-5414-DD1D-D506-FF0795821099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8T11:57:59.662" v="32318"/>
        <pc:sldMkLst>
          <pc:docMk/>
          <pc:sldMk cId="1075021285" sldId="311"/>
        </pc:sldMkLst>
        <pc:spChg chg="mod">
          <ac:chgData name="Ryan Kusnadi" userId="4fb58c44f6c6a5cb" providerId="LiveId" clId="{CB48D145-7F78-4649-9ECC-A7A83723D3CB}" dt="2026-10-18T04:05:58.324" v="23136" actId="20577"/>
          <ac:spMkLst>
            <pc:docMk/>
            <pc:sldMk cId="1075021285" sldId="311"/>
            <ac:spMk id="2" creationId="{7ECFF8DB-61D2-394C-20B9-18D18A0BEBD7}"/>
          </ac:spMkLst>
        </pc:spChg>
        <pc:spChg chg="mod">
          <ac:chgData name="Ryan Kusnadi" userId="4fb58c44f6c6a5cb" providerId="LiveId" clId="{CB48D145-7F78-4649-9ECC-A7A83723D3CB}" dt="2026-10-18T07:44:52.335" v="29293" actId="20577"/>
          <ac:spMkLst>
            <pc:docMk/>
            <pc:sldMk cId="1075021285" sldId="311"/>
            <ac:spMk id="3" creationId="{B86FD149-3F9A-BEAA-8B7B-821E69E5C49E}"/>
          </ac:spMkLst>
        </pc:spChg>
        <pc:spChg chg="add del mod">
          <ac:chgData name="Ryan Kusnadi" userId="4fb58c44f6c6a5cb" providerId="LiveId" clId="{CB48D145-7F78-4649-9ECC-A7A83723D3CB}" dt="2026-10-18T08:20:06.137" v="31331" actId="478"/>
          <ac:spMkLst>
            <pc:docMk/>
            <pc:sldMk cId="1075021285" sldId="311"/>
            <ac:spMk id="6" creationId="{26933390-CD08-DB2C-D449-EB634F62CC75}"/>
          </ac:spMkLst>
        </pc:spChg>
        <pc:spChg chg="mod">
          <ac:chgData name="Ryan Kusnadi" userId="4fb58c44f6c6a5cb" providerId="LiveId" clId="{CB48D145-7F78-4649-9ECC-A7A83723D3CB}" dt="2026-10-18T04:03:05.274" v="22918"/>
          <ac:spMkLst>
            <pc:docMk/>
            <pc:sldMk cId="1075021285" sldId="311"/>
            <ac:spMk id="9" creationId="{68CE4E9B-2D38-2642-3E7A-EB2F105D3E20}"/>
          </ac:spMkLst>
        </pc:spChg>
        <pc:spChg chg="del mod">
          <ac:chgData name="Ryan Kusnadi" userId="4fb58c44f6c6a5cb" providerId="LiveId" clId="{CB48D145-7F78-4649-9ECC-A7A83723D3CB}" dt="2026-10-18T08:24:59.921" v="31444" actId="478"/>
          <ac:spMkLst>
            <pc:docMk/>
            <pc:sldMk cId="1075021285" sldId="311"/>
            <ac:spMk id="10" creationId="{7CDC3B49-6E6B-A4DA-68DA-83BD96F7AFA2}"/>
          </ac:spMkLst>
        </pc:spChg>
        <pc:spChg chg="add del mod">
          <ac:chgData name="Ryan Kusnadi" userId="4fb58c44f6c6a5cb" providerId="LiveId" clId="{CB48D145-7F78-4649-9ECC-A7A83723D3CB}" dt="2026-10-18T05:55:06.551" v="25708"/>
          <ac:spMkLst>
            <pc:docMk/>
            <pc:sldMk cId="1075021285" sldId="311"/>
            <ac:spMk id="13" creationId="{58FB08C6-CA5A-D6AC-9771-553E99F5656C}"/>
          </ac:spMkLst>
        </pc:spChg>
        <pc:spChg chg="del mod">
          <ac:chgData name="Ryan Kusnadi" userId="4fb58c44f6c6a5cb" providerId="LiveId" clId="{CB48D145-7F78-4649-9ECC-A7A83723D3CB}" dt="2026-10-18T04:00:53.621" v="22510" actId="478"/>
          <ac:spMkLst>
            <pc:docMk/>
            <pc:sldMk cId="1075021285" sldId="311"/>
            <ac:spMk id="13" creationId="{A0DC7F7D-37ED-06D1-9A78-A3F68DD68EBA}"/>
          </ac:spMkLst>
        </pc:spChg>
        <pc:spChg chg="add del mod">
          <ac:chgData name="Ryan Kusnadi" userId="4fb58c44f6c6a5cb" providerId="LiveId" clId="{CB48D145-7F78-4649-9ECC-A7A83723D3CB}" dt="2026-10-18T05:12:19.716" v="25210"/>
          <ac:spMkLst>
            <pc:docMk/>
            <pc:sldMk cId="1075021285" sldId="311"/>
            <ac:spMk id="25" creationId="{DA344312-B3F6-7067-BC53-0CAFA21317B4}"/>
          </ac:spMkLst>
        </pc:spChg>
        <pc:spChg chg="del">
          <ac:chgData name="Ryan Kusnadi" userId="4fb58c44f6c6a5cb" providerId="LiveId" clId="{CB48D145-7F78-4649-9ECC-A7A83723D3CB}" dt="2026-10-18T04:01:00.698" v="22511" actId="478"/>
          <ac:spMkLst>
            <pc:docMk/>
            <pc:sldMk cId="1075021285" sldId="311"/>
            <ac:spMk id="27" creationId="{3B93467E-E067-3D5D-9534-BB9B668888A5}"/>
          </ac:spMkLst>
        </pc:spChg>
        <pc:spChg chg="add del mod">
          <ac:chgData name="Ryan Kusnadi" userId="4fb58c44f6c6a5cb" providerId="LiveId" clId="{CB48D145-7F78-4649-9ECC-A7A83723D3CB}" dt="2026-10-18T08:25:27.366" v="31464" actId="478"/>
          <ac:spMkLst>
            <pc:docMk/>
            <pc:sldMk cId="1075021285" sldId="311"/>
            <ac:spMk id="27" creationId="{725C1B85-09E2-16F5-0C30-C566791209B3}"/>
          </ac:spMkLst>
        </pc:spChg>
        <pc:spChg chg="mod">
          <ac:chgData name="Ryan Kusnadi" userId="4fb58c44f6c6a5cb" providerId="LiveId" clId="{CB48D145-7F78-4649-9ECC-A7A83723D3CB}" dt="2026-10-18T04:02:52.918" v="22733"/>
          <ac:spMkLst>
            <pc:docMk/>
            <pc:sldMk cId="1075021285" sldId="311"/>
            <ac:spMk id="29" creationId="{FBBC9BCD-AD1F-AE62-0B96-F0CE7D0206F6}"/>
          </ac:spMkLst>
        </pc:spChg>
        <pc:spChg chg="mod">
          <ac:chgData name="Ryan Kusnadi" userId="4fb58c44f6c6a5cb" providerId="LiveId" clId="{CB48D145-7F78-4649-9ECC-A7A83723D3CB}" dt="2026-10-18T04:02:52.918" v="22734"/>
          <ac:spMkLst>
            <pc:docMk/>
            <pc:sldMk cId="1075021285" sldId="311"/>
            <ac:spMk id="32" creationId="{ECC8DB11-C44C-0AE0-587E-B9F8E815987D}"/>
          </ac:spMkLst>
        </pc:spChg>
        <pc:spChg chg="add mod">
          <ac:chgData name="Ryan Kusnadi" userId="4fb58c44f6c6a5cb" providerId="LiveId" clId="{CB48D145-7F78-4649-9ECC-A7A83723D3CB}" dt="2026-10-18T08:27:07.821" v="31529" actId="120"/>
          <ac:spMkLst>
            <pc:docMk/>
            <pc:sldMk cId="1075021285" sldId="311"/>
            <ac:spMk id="36" creationId="{3DC5A3CD-FF6E-6FC3-79D6-47721DB62F5A}"/>
          </ac:spMkLst>
        </pc:spChg>
        <pc:spChg chg="add del mod">
          <ac:chgData name="Ryan Kusnadi" userId="4fb58c44f6c6a5cb" providerId="LiveId" clId="{CB48D145-7F78-4649-9ECC-A7A83723D3CB}" dt="2026-10-18T11:57:59.662" v="32318"/>
          <ac:spMkLst>
            <pc:docMk/>
            <pc:sldMk cId="1075021285" sldId="311"/>
            <ac:spMk id="37" creationId="{0A78A4C0-3BDF-A62A-BBAC-EF99D343CD76}"/>
          </ac:spMkLst>
        </pc:spChg>
        <pc:spChg chg="mod">
          <ac:chgData name="Ryan Kusnadi" userId="4fb58c44f6c6a5cb" providerId="LiveId" clId="{CB48D145-7F78-4649-9ECC-A7A83723D3CB}" dt="2026-10-18T08:19:54.731" v="31330" actId="14100"/>
          <ac:spMkLst>
            <pc:docMk/>
            <pc:sldMk cId="1075021285" sldId="311"/>
            <ac:spMk id="61" creationId="{107723F3-9A7B-34FD-1BC2-954496618AD8}"/>
          </ac:spMkLst>
        </pc:spChg>
        <pc:spChg chg="del mod">
          <ac:chgData name="Ryan Kusnadi" userId="4fb58c44f6c6a5cb" providerId="LiveId" clId="{CB48D145-7F78-4649-9ECC-A7A83723D3CB}" dt="2026-10-18T04:00:53.621" v="22510" actId="478"/>
          <ac:spMkLst>
            <pc:docMk/>
            <pc:sldMk cId="1075021285" sldId="311"/>
            <ac:spMk id="101" creationId="{DE5A5B97-3CBC-8797-25A8-653E13FE15CA}"/>
          </ac:spMkLst>
        </pc:spChg>
        <pc:spChg chg="mod">
          <ac:chgData name="Ryan Kusnadi" userId="4fb58c44f6c6a5cb" providerId="LiveId" clId="{CB48D145-7F78-4649-9ECC-A7A83723D3CB}" dt="2026-10-18T05:55:03.676" v="25705" actId="20577"/>
          <ac:spMkLst>
            <pc:docMk/>
            <pc:sldMk cId="1075021285" sldId="311"/>
            <ac:spMk id="103" creationId="{DC8B7696-C30E-7558-ABA4-F24D55A7D07B}"/>
          </ac:spMkLst>
        </pc:spChg>
        <pc:spChg chg="mod">
          <ac:chgData name="Ryan Kusnadi" userId="4fb58c44f6c6a5cb" providerId="LiveId" clId="{CB48D145-7F78-4649-9ECC-A7A83723D3CB}" dt="2026-10-18T04:03:05.274" v="22922"/>
          <ac:spMkLst>
            <pc:docMk/>
            <pc:sldMk cId="1075021285" sldId="311"/>
            <ac:spMk id="30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0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0" v="23014"/>
          <ac:spMkLst>
            <pc:docMk/>
            <pc:sldMk cId="1075021285" sldId="311"/>
            <ac:spMk id="302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1" v="23016"/>
          <ac:spMkLst>
            <pc:docMk/>
            <pc:sldMk cId="1075021285" sldId="311"/>
            <ac:spMk id="303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1" v="23019"/>
          <ac:spMkLst>
            <pc:docMk/>
            <pc:sldMk cId="1075021285" sldId="311"/>
            <ac:spMk id="304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05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1" v="23020"/>
          <ac:spMkLst>
            <pc:docMk/>
            <pc:sldMk cId="1075021285" sldId="311"/>
            <ac:spMk id="306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05.280" v="22952"/>
          <ac:spMkLst>
            <pc:docMk/>
            <pc:sldMk cId="1075021285" sldId="311"/>
            <ac:spMk id="307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2" v="23023"/>
          <ac:spMkLst>
            <pc:docMk/>
            <pc:sldMk cId="1075021285" sldId="311"/>
            <ac:spMk id="308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09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2" v="23024"/>
          <ac:spMkLst>
            <pc:docMk/>
            <pc:sldMk cId="1075021285" sldId="311"/>
            <ac:spMk id="31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1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12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13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14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3" v="23031"/>
          <ac:spMkLst>
            <pc:docMk/>
            <pc:sldMk cId="1075021285" sldId="311"/>
            <ac:spMk id="315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16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3" v="23032"/>
          <ac:spMkLst>
            <pc:docMk/>
            <pc:sldMk cId="1075021285" sldId="311"/>
            <ac:spMk id="317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18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3:17.894" v="23034"/>
          <ac:spMkLst>
            <pc:docMk/>
            <pc:sldMk cId="1075021285" sldId="311"/>
            <ac:spMk id="319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25:14.377" v="31461" actId="1035"/>
          <ac:spMkLst>
            <pc:docMk/>
            <pc:sldMk cId="1075021285" sldId="311"/>
            <ac:spMk id="32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34:07.516" v="23409" actId="313"/>
          <ac:spMkLst>
            <pc:docMk/>
            <pc:sldMk cId="1075021285" sldId="311"/>
            <ac:spMk id="32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2:52.918" v="22736"/>
          <ac:spMkLst>
            <pc:docMk/>
            <pc:sldMk cId="1075021285" sldId="311"/>
            <ac:spMk id="40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2:52.919" v="22737"/>
          <ac:spMkLst>
            <pc:docMk/>
            <pc:sldMk cId="1075021285" sldId="311"/>
            <ac:spMk id="402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2:52.919" v="22738"/>
          <ac:spMkLst>
            <pc:docMk/>
            <pc:sldMk cId="1075021285" sldId="311"/>
            <ac:spMk id="403" creationId="{00000000-0000-0000-0000-000000000000}"/>
          </ac:spMkLst>
        </pc:spChg>
        <pc:spChg chg="mod">
          <ac:chgData name="Ryan Kusnadi" userId="4fb58c44f6c6a5cb" providerId="LiveId" clId="{CB48D145-7F78-4649-9ECC-A7A83723D3CB}" dt="2026-10-18T04:02:52.919" v="22739"/>
          <ac:spMkLst>
            <pc:docMk/>
            <pc:sldMk cId="1075021285" sldId="311"/>
            <ac:spMk id="404" creationId="{00000000-0000-0000-0000-000000000000}"/>
          </ac:spMkLst>
        </pc:spChg>
        <pc:spChg chg="mod">
          <ac:chgData name="Ryan Kusnadi" userId="4fb58c44f6c6a5cb" providerId="LiveId" clId="{CB48D145-7F78-4649-9ECC-A7A83723D3CB}" dt="2026-10-18T07:47:40.982" v="29540" actId="207"/>
          <ac:spMkLst>
            <pc:docMk/>
            <pc:sldMk cId="1075021285" sldId="311"/>
            <ac:spMk id="405" creationId="{00000000-0000-0000-0000-000000000000}"/>
          </ac:spMkLst>
        </pc:spChg>
        <pc:graphicFrameChg chg="mod">
          <ac:chgData name="Ryan Kusnadi" userId="4fb58c44f6c6a5cb" providerId="LiveId" clId="{CB48D145-7F78-4649-9ECC-A7A83723D3CB}" dt="2026-10-18T04:02:52.917" v="22729"/>
          <ac:graphicFrameMkLst>
            <pc:docMk/>
            <pc:sldMk cId="1075021285" sldId="311"/>
            <ac:graphicFrameMk id="98" creationId="{8951FC1C-F291-58BA-C7C6-D39E35A22FD3}"/>
          </ac:graphicFrameMkLst>
        </pc:graphicFrameChg>
        <pc:graphicFrameChg chg="mod">
          <ac:chgData name="Ryan Kusnadi" userId="4fb58c44f6c6a5cb" providerId="LiveId" clId="{CB48D145-7F78-4649-9ECC-A7A83723D3CB}" dt="2026-10-18T04:02:52.918" v="22730"/>
          <ac:graphicFrameMkLst>
            <pc:docMk/>
            <pc:sldMk cId="1075021285" sldId="311"/>
            <ac:graphicFrameMk id="100" creationId="{E969BF2D-5414-DD1D-D506-FF0795821099}"/>
          </ac:graphicFrameMkLst>
        </pc:graphicFrameChg>
        <pc:picChg chg="mod">
          <ac:chgData name="Ryan Kusnadi" userId="4fb58c44f6c6a5cb" providerId="LiveId" clId="{CB48D145-7F78-4649-9ECC-A7A83723D3CB}" dt="2026-10-18T04:02:52.918" v="22735"/>
          <ac:picMkLst>
            <pc:docMk/>
            <pc:sldMk cId="1075021285" sldId="311"/>
            <ac:picMk id="34" creationId="{A52B65AF-0CE3-2043-CBE9-D473DBC7DFD9}"/>
          </ac:picMkLst>
        </pc:picChg>
        <pc:cxnChg chg="mod">
          <ac:chgData name="Ryan Kusnadi" userId="4fb58c44f6c6a5cb" providerId="LiveId" clId="{CB48D145-7F78-4649-9ECC-A7A83723D3CB}" dt="2026-10-18T08:25:20.730" v="31462" actId="14100"/>
          <ac:cxnSpMkLst>
            <pc:docMk/>
            <pc:sldMk cId="1075021285" sldId="311"/>
            <ac:cxnSpMk id="450" creationId="{00000000-0000-0000-0000-000000000000}"/>
          </ac:cxnSpMkLst>
        </pc:cxnChg>
      </pc:sldChg>
      <pc:sldChg chg="modSp add del mod">
        <pc:chgData name="Ryan Kusnadi" userId="4fb58c44f6c6a5cb" providerId="LiveId" clId="{CB48D145-7F78-4649-9ECC-A7A83723D3CB}" dt="2026-10-18T03:36:07.566" v="21070"/>
        <pc:sldMkLst>
          <pc:docMk/>
          <pc:sldMk cId="2604351892" sldId="311"/>
        </pc:sldMkLst>
        <pc:spChg chg="mod">
          <ac:chgData name="Ryan Kusnadi" userId="4fb58c44f6c6a5cb" providerId="LiveId" clId="{CB48D145-7F78-4649-9ECC-A7A83723D3CB}" dt="2026-10-18T03:33:20.163" v="21034" actId="20577"/>
          <ac:spMkLst>
            <pc:docMk/>
            <pc:sldMk cId="2604351892" sldId="311"/>
            <ac:spMk id="9" creationId="{68CE4E9B-2D38-2642-3E7A-EB2F105D3E20}"/>
          </ac:spMkLst>
        </pc:spChg>
        <pc:spChg chg="mod">
          <ac:chgData name="Ryan Kusnadi" userId="4fb58c44f6c6a5cb" providerId="LiveId" clId="{CB48D145-7F78-4649-9ECC-A7A83723D3CB}" dt="2026-10-18T03:32:56.138" v="21005" actId="20577"/>
          <ac:spMkLst>
            <pc:docMk/>
            <pc:sldMk cId="2604351892" sldId="311"/>
            <ac:spMk id="28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2:44.810" v="20997" actId="2711"/>
          <ac:spMkLst>
            <pc:docMk/>
            <pc:sldMk cId="2604351892" sldId="311"/>
            <ac:spMk id="3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49.298" v="21062" actId="20577"/>
          <ac:spMkLst>
            <pc:docMk/>
            <pc:sldMk cId="2604351892" sldId="311"/>
            <ac:spMk id="103" creationId="{DC8B7696-C30E-7558-ABA4-F24D55A7D07B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0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03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04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05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1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1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12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14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2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33:27.129" v="21037" actId="1035"/>
          <ac:spMkLst>
            <pc:docMk/>
            <pc:sldMk cId="2604351892" sldId="311"/>
            <ac:spMk id="321" creationId="{00000000-0000-0000-0000-000000000000}"/>
          </ac:spMkLst>
        </pc:spChg>
      </pc:sldChg>
      <pc:sldChg chg="add del">
        <pc:chgData name="Ryan Kusnadi" userId="4fb58c44f6c6a5cb" providerId="LiveId" clId="{CB48D145-7F78-4649-9ECC-A7A83723D3CB}" dt="2026-10-18T03:30:32.886" v="20892"/>
        <pc:sldMkLst>
          <pc:docMk/>
          <pc:sldMk cId="3330900338" sldId="311"/>
        </pc:sldMkLst>
      </pc:sldChg>
      <pc:sldChg chg="modSp add del mod">
        <pc:chgData name="Ryan Kusnadi" userId="4fb58c44f6c6a5cb" providerId="LiveId" clId="{CB48D145-7F78-4649-9ECC-A7A83723D3CB}" dt="2026-10-18T03:53:07.641" v="22393"/>
        <pc:sldMkLst>
          <pc:docMk/>
          <pc:sldMk cId="1359482582" sldId="312"/>
        </pc:sldMkLst>
        <pc:spChg chg="mod">
          <ac:chgData name="Ryan Kusnadi" userId="4fb58c44f6c6a5cb" providerId="LiveId" clId="{CB48D145-7F78-4649-9ECC-A7A83723D3CB}" dt="2026-10-18T03:52:43.999" v="22389"/>
          <ac:spMkLst>
            <pc:docMk/>
            <pc:sldMk cId="1359482582" sldId="312"/>
            <ac:spMk id="7" creationId="{30DC3C08-84C9-DFBF-A168-BA55451097EF}"/>
          </ac:spMkLst>
        </pc:spChg>
        <pc:spChg chg="mod">
          <ac:chgData name="Ryan Kusnadi" userId="4fb58c44f6c6a5cb" providerId="LiveId" clId="{CB48D145-7F78-4649-9ECC-A7A83723D3CB}" dt="2026-10-18T03:52:44" v="22391"/>
          <ac:spMkLst>
            <pc:docMk/>
            <pc:sldMk cId="1359482582" sldId="312"/>
            <ac:spMk id="400" creationId="{00000000-0000-0000-0000-000000000000}"/>
          </ac:spMkLst>
        </pc:spChg>
      </pc:sldChg>
      <pc:sldChg chg="addSp modSp add del mod">
        <pc:chgData name="Ryan Kusnadi" userId="4fb58c44f6c6a5cb" providerId="LiveId" clId="{CB48D145-7F78-4649-9ECC-A7A83723D3CB}" dt="2026-10-18T08:16:29.108" v="31316"/>
        <pc:sldMkLst>
          <pc:docMk/>
          <pc:sldMk cId="1667928280" sldId="312"/>
        </pc:sldMkLst>
        <pc:spChg chg="mod">
          <ac:chgData name="Ryan Kusnadi" userId="4fb58c44f6c6a5cb" providerId="LiveId" clId="{CB48D145-7F78-4649-9ECC-A7A83723D3CB}" dt="2026-10-18T07:27:04.024" v="29091" actId="20577"/>
          <ac:spMkLst>
            <pc:docMk/>
            <pc:sldMk cId="1667928280" sldId="312"/>
            <ac:spMk id="3" creationId="{7EEC21EE-006B-DA6B-443E-76D52B6ADFAE}"/>
          </ac:spMkLst>
        </pc:spChg>
        <pc:spChg chg="add mod">
          <ac:chgData name="Ryan Kusnadi" userId="4fb58c44f6c6a5cb" providerId="LiveId" clId="{CB48D145-7F78-4649-9ECC-A7A83723D3CB}" dt="2026-10-18T08:14:51.934" v="31239" actId="1076"/>
          <ac:spMkLst>
            <pc:docMk/>
            <pc:sldMk cId="1667928280" sldId="312"/>
            <ac:spMk id="6" creationId="{66501C93-A5EE-BAA7-8CCD-D2EF0A1443B7}"/>
          </ac:spMkLst>
        </pc:spChg>
        <pc:spChg chg="mod">
          <ac:chgData name="Ryan Kusnadi" userId="4fb58c44f6c6a5cb" providerId="LiveId" clId="{CB48D145-7F78-4649-9ECC-A7A83723D3CB}" dt="2026-10-18T07:42:39.904" v="29248" actId="207"/>
          <ac:spMkLst>
            <pc:docMk/>
            <pc:sldMk cId="1667928280" sldId="312"/>
            <ac:spMk id="8" creationId="{A04DA57E-C49D-D417-1B0D-6B69BFBE7101}"/>
          </ac:spMkLst>
        </pc:spChg>
        <pc:spChg chg="mod">
          <ac:chgData name="Ryan Kusnadi" userId="4fb58c44f6c6a5cb" providerId="LiveId" clId="{CB48D145-7F78-4649-9ECC-A7A83723D3CB}" dt="2026-10-18T07:42:39.904" v="29248" actId="207"/>
          <ac:spMkLst>
            <pc:docMk/>
            <pc:sldMk cId="1667928280" sldId="312"/>
            <ac:spMk id="15" creationId="{5ABCB830-B3FC-84CA-43AD-E3860187426B}"/>
          </ac:spMkLst>
        </pc:spChg>
        <pc:spChg chg="add mod">
          <ac:chgData name="Ryan Kusnadi" userId="4fb58c44f6c6a5cb" providerId="LiveId" clId="{CB48D145-7F78-4649-9ECC-A7A83723D3CB}" dt="2026-10-18T04:42:16.934" v="23550" actId="1076"/>
          <ac:spMkLst>
            <pc:docMk/>
            <pc:sldMk cId="1667928280" sldId="312"/>
            <ac:spMk id="35" creationId="{F0AD6B3B-4359-9761-F032-389DA75852D7}"/>
          </ac:spMkLst>
        </pc:spChg>
        <pc:spChg chg="mod">
          <ac:chgData name="Ryan Kusnadi" userId="4fb58c44f6c6a5cb" providerId="LiveId" clId="{CB48D145-7F78-4649-9ECC-A7A83723D3CB}" dt="2026-10-18T04:41:01.606" v="23479" actId="14100"/>
          <ac:spMkLst>
            <pc:docMk/>
            <pc:sldMk cId="1667928280" sldId="312"/>
            <ac:spMk id="44" creationId="{F04FCDE7-30C9-07DF-30FF-F0D91DEFA01D}"/>
          </ac:spMkLst>
        </pc:spChg>
        <pc:spChg chg="mod">
          <ac:chgData name="Ryan Kusnadi" userId="4fb58c44f6c6a5cb" providerId="LiveId" clId="{CB48D145-7F78-4649-9ECC-A7A83723D3CB}" dt="2026-10-18T04:41:22.417" v="23485" actId="14100"/>
          <ac:spMkLst>
            <pc:docMk/>
            <pc:sldMk cId="1667928280" sldId="312"/>
            <ac:spMk id="45" creationId="{59215EF4-6111-4E1B-9B21-0F68876EC03A}"/>
          </ac:spMkLst>
        </pc:spChg>
        <pc:spChg chg="mod">
          <ac:chgData name="Ryan Kusnadi" userId="4fb58c44f6c6a5cb" providerId="LiveId" clId="{CB48D145-7F78-4649-9ECC-A7A83723D3CB}" dt="2026-10-18T07:42:39.904" v="29248" actId="207"/>
          <ac:spMkLst>
            <pc:docMk/>
            <pc:sldMk cId="1667928280" sldId="312"/>
            <ac:spMk id="47" creationId="{1CCD9A49-9B97-5295-293B-99191BAB6765}"/>
          </ac:spMkLst>
        </pc:spChg>
        <pc:spChg chg="mod">
          <ac:chgData name="Ryan Kusnadi" userId="4fb58c44f6c6a5cb" providerId="LiveId" clId="{CB48D145-7F78-4649-9ECC-A7A83723D3CB}" dt="2026-10-18T07:42:56.772" v="29251" actId="207"/>
          <ac:spMkLst>
            <pc:docMk/>
            <pc:sldMk cId="1667928280" sldId="312"/>
            <ac:spMk id="85" creationId="{529DF510-648C-AA93-F60E-166F1853F20F}"/>
          </ac:spMkLst>
        </pc:spChg>
        <pc:spChg chg="mod">
          <ac:chgData name="Ryan Kusnadi" userId="4fb58c44f6c6a5cb" providerId="LiveId" clId="{CB48D145-7F78-4649-9ECC-A7A83723D3CB}" dt="2026-10-18T07:00:00.611" v="28256" actId="20577"/>
          <ac:spMkLst>
            <pc:docMk/>
            <pc:sldMk cId="1667928280" sldId="312"/>
            <ac:spMk id="9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8:14:57.876" v="31262" actId="1035"/>
          <ac:spMkLst>
            <pc:docMk/>
            <pc:sldMk cId="1667928280" sldId="312"/>
            <ac:spMk id="610" creationId="{00000000-0000-0000-0000-000000000000}"/>
          </ac:spMkLst>
        </pc:spChg>
        <pc:cxnChg chg="mod">
          <ac:chgData name="Ryan Kusnadi" userId="4fb58c44f6c6a5cb" providerId="LiveId" clId="{CB48D145-7F78-4649-9ECC-A7A83723D3CB}" dt="2026-10-18T04:41:01.606" v="23479" actId="14100"/>
          <ac:cxnSpMkLst>
            <pc:docMk/>
            <pc:sldMk cId="1667928280" sldId="312"/>
            <ac:cxnSpMk id="600" creationId="{00000000-0000-0000-0000-000000000000}"/>
          </ac:cxnSpMkLst>
        </pc:cxnChg>
        <pc:cxnChg chg="mod">
          <ac:chgData name="Ryan Kusnadi" userId="4fb58c44f6c6a5cb" providerId="LiveId" clId="{CB48D145-7F78-4649-9ECC-A7A83723D3CB}" dt="2026-10-18T04:41:22.417" v="23485" actId="14100"/>
          <ac:cxnSpMkLst>
            <pc:docMk/>
            <pc:sldMk cId="1667928280" sldId="312"/>
            <ac:cxnSpMk id="601" creationId="{00000000-0000-0000-0000-000000000000}"/>
          </ac:cxnSpMkLst>
        </pc:cxnChg>
        <pc:cxnChg chg="mod">
          <ac:chgData name="Ryan Kusnadi" userId="4fb58c44f6c6a5cb" providerId="LiveId" clId="{CB48D145-7F78-4649-9ECC-A7A83723D3CB}" dt="2026-10-18T04:41:01.606" v="23479" actId="14100"/>
          <ac:cxnSpMkLst>
            <pc:docMk/>
            <pc:sldMk cId="1667928280" sldId="312"/>
            <ac:cxnSpMk id="602" creationId="{00000000-0000-0000-0000-000000000000}"/>
          </ac:cxnSpMkLst>
        </pc:cxnChg>
        <pc:cxnChg chg="mod">
          <ac:chgData name="Ryan Kusnadi" userId="4fb58c44f6c6a5cb" providerId="LiveId" clId="{CB48D145-7F78-4649-9ECC-A7A83723D3CB}" dt="2026-10-18T04:41:01.606" v="23479" actId="14100"/>
          <ac:cxnSpMkLst>
            <pc:docMk/>
            <pc:sldMk cId="1667928280" sldId="312"/>
            <ac:cxnSpMk id="603" creationId="{00000000-0000-0000-0000-000000000000}"/>
          </ac:cxnSpMkLst>
        </pc:cxnChg>
        <pc:cxnChg chg="mod">
          <ac:chgData name="Ryan Kusnadi" userId="4fb58c44f6c6a5cb" providerId="LiveId" clId="{CB48D145-7F78-4649-9ECC-A7A83723D3CB}" dt="2026-10-18T04:41:22.417" v="23485" actId="14100"/>
          <ac:cxnSpMkLst>
            <pc:docMk/>
            <pc:sldMk cId="1667928280" sldId="312"/>
            <ac:cxnSpMk id="604" creationId="{00000000-0000-0000-0000-000000000000}"/>
          </ac:cxnSpMkLst>
        </pc:cxnChg>
        <pc:cxnChg chg="mod">
          <ac:chgData name="Ryan Kusnadi" userId="4fb58c44f6c6a5cb" providerId="LiveId" clId="{CB48D145-7F78-4649-9ECC-A7A83723D3CB}" dt="2026-10-18T04:41:22.417" v="23485" actId="14100"/>
          <ac:cxnSpMkLst>
            <pc:docMk/>
            <pc:sldMk cId="1667928280" sldId="312"/>
            <ac:cxnSpMk id="605" creationId="{00000000-0000-0000-0000-000000000000}"/>
          </ac:cxnSpMkLst>
        </pc:cxnChg>
        <pc:cxnChg chg="mod">
          <ac:chgData name="Ryan Kusnadi" userId="4fb58c44f6c6a5cb" providerId="LiveId" clId="{CB48D145-7F78-4649-9ECC-A7A83723D3CB}" dt="2026-10-18T04:41:22.417" v="23485" actId="14100"/>
          <ac:cxnSpMkLst>
            <pc:docMk/>
            <pc:sldMk cId="1667928280" sldId="312"/>
            <ac:cxnSpMk id="606" creationId="{00000000-0000-0000-0000-000000000000}"/>
          </ac:cxnSpMkLst>
        </pc:cxnChg>
      </pc:sldChg>
      <pc:sldChg chg="addSp delSp modSp add del mod">
        <pc:chgData name="Ryan Kusnadi" userId="4fb58c44f6c6a5cb" providerId="LiveId" clId="{CB48D145-7F78-4649-9ECC-A7A83723D3CB}" dt="2026-10-18T03:49:12.178" v="22253"/>
        <pc:sldMkLst>
          <pc:docMk/>
          <pc:sldMk cId="1702263333" sldId="312"/>
        </pc:sldMkLst>
        <pc:spChg chg="del">
          <ac:chgData name="Ryan Kusnadi" userId="4fb58c44f6c6a5cb" providerId="LiveId" clId="{CB48D145-7F78-4649-9ECC-A7A83723D3CB}" dt="2026-10-18T03:43:43.729" v="21709" actId="478"/>
          <ac:spMkLst>
            <pc:docMk/>
            <pc:sldMk cId="1702263333" sldId="312"/>
            <ac:spMk id="7" creationId="{326EA961-BC49-6FB9-0C3A-A09AB33C9A98}"/>
          </ac:spMkLst>
        </pc:spChg>
        <pc:spChg chg="mod">
          <ac:chgData name="Ryan Kusnadi" userId="4fb58c44f6c6a5cb" providerId="LiveId" clId="{CB48D145-7F78-4649-9ECC-A7A83723D3CB}" dt="2026-10-18T03:48:34.003" v="22249" actId="20577"/>
          <ac:spMkLst>
            <pc:docMk/>
            <pc:sldMk cId="1702263333" sldId="312"/>
            <ac:spMk id="10" creationId="{7CDC3B49-6E6B-A4DA-68DA-83BD96F7AFA2}"/>
          </ac:spMkLst>
        </pc:spChg>
        <pc:spChg chg="mod">
          <ac:chgData name="Ryan Kusnadi" userId="4fb58c44f6c6a5cb" providerId="LiveId" clId="{CB48D145-7F78-4649-9ECC-A7A83723D3CB}" dt="2026-10-18T03:40:35.599" v="21441" actId="12788"/>
          <ac:spMkLst>
            <pc:docMk/>
            <pc:sldMk cId="1702263333" sldId="312"/>
            <ac:spMk id="28" creationId="{00000000-0000-0000-0000-000000000000}"/>
          </ac:spMkLst>
        </pc:spChg>
        <pc:spChg chg="add mod">
          <ac:chgData name="Ryan Kusnadi" userId="4fb58c44f6c6a5cb" providerId="LiveId" clId="{CB48D145-7F78-4649-9ECC-A7A83723D3CB}" dt="2026-10-18T03:47:49.016" v="22065" actId="1035"/>
          <ac:spMkLst>
            <pc:docMk/>
            <pc:sldMk cId="1702263333" sldId="312"/>
            <ac:spMk id="29" creationId="{FBBC9BCD-AD1F-AE62-0B96-F0CE7D0206F6}"/>
          </ac:spMkLst>
        </pc:spChg>
        <pc:spChg chg="mod">
          <ac:chgData name="Ryan Kusnadi" userId="4fb58c44f6c6a5cb" providerId="LiveId" clId="{CB48D145-7F78-4649-9ECC-A7A83723D3CB}" dt="2026-10-18T03:41:34.707" v="21527" actId="242"/>
          <ac:spMkLst>
            <pc:docMk/>
            <pc:sldMk cId="1702263333" sldId="312"/>
            <ac:spMk id="30" creationId="{00000000-0000-0000-0000-000000000000}"/>
          </ac:spMkLst>
        </pc:spChg>
        <pc:spChg chg="add mod">
          <ac:chgData name="Ryan Kusnadi" userId="4fb58c44f6c6a5cb" providerId="LiveId" clId="{CB48D145-7F78-4649-9ECC-A7A83723D3CB}" dt="2026-10-18T03:47:49.016" v="22065" actId="1035"/>
          <ac:spMkLst>
            <pc:docMk/>
            <pc:sldMk cId="1702263333" sldId="312"/>
            <ac:spMk id="32" creationId="{ECC8DB11-C44C-0AE0-587E-B9F8E815987D}"/>
          </ac:spMkLst>
        </pc:spChg>
        <pc:spChg chg="mod">
          <ac:chgData name="Ryan Kusnadi" userId="4fb58c44f6c6a5cb" providerId="LiveId" clId="{CB48D145-7F78-4649-9ECC-A7A83723D3CB}" dt="2026-10-18T03:45:45.346" v="21930" actId="14100"/>
          <ac:spMkLst>
            <pc:docMk/>
            <pc:sldMk cId="1702263333" sldId="312"/>
            <ac:spMk id="61" creationId="{107723F3-9A7B-34FD-1BC2-954496618AD8}"/>
          </ac:spMkLst>
        </pc:spChg>
        <pc:spChg chg="mod">
          <ac:chgData name="Ryan Kusnadi" userId="4fb58c44f6c6a5cb" providerId="LiveId" clId="{CB48D145-7F78-4649-9ECC-A7A83723D3CB}" dt="2026-10-18T03:37:38.663" v="21385" actId="1038"/>
          <ac:spMkLst>
            <pc:docMk/>
            <pc:sldMk cId="1702263333" sldId="312"/>
            <ac:spMk id="66" creationId="{9E3A6357-BF74-2445-C2EF-D017B9D23E3A}"/>
          </ac:spMkLst>
        </pc:spChg>
        <pc:spChg chg="mod">
          <ac:chgData name="Ryan Kusnadi" userId="4fb58c44f6c6a5cb" providerId="LiveId" clId="{CB48D145-7F78-4649-9ECC-A7A83723D3CB}" dt="2026-10-18T03:44:14.101" v="21738" actId="1035"/>
          <ac:spMkLst>
            <pc:docMk/>
            <pc:sldMk cId="1702263333" sldId="312"/>
            <ac:spMk id="103" creationId="{DC8B7696-C30E-7558-ABA4-F24D55A7D07B}"/>
          </ac:spMkLst>
        </pc:spChg>
        <pc:spChg chg="mod">
          <ac:chgData name="Ryan Kusnadi" userId="4fb58c44f6c6a5cb" providerId="LiveId" clId="{CB48D145-7F78-4649-9ECC-A7A83723D3CB}" dt="2026-10-18T03:40:01.641" v="21426" actId="1035"/>
          <ac:spMkLst>
            <pc:docMk/>
            <pc:sldMk cId="1702263333" sldId="312"/>
            <ac:spMk id="20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3:40:01.641" v="21426" actId="1035"/>
          <ac:spMkLst>
            <pc:docMk/>
            <pc:sldMk cId="1702263333" sldId="312"/>
            <ac:spMk id="201" creationId="{00000000-0000-0000-0000-000000000000}"/>
          </ac:spMkLst>
        </pc:spChg>
        <pc:graphicFrameChg chg="mod">
          <ac:chgData name="Ryan Kusnadi" userId="4fb58c44f6c6a5cb" providerId="LiveId" clId="{CB48D145-7F78-4649-9ECC-A7A83723D3CB}" dt="2026-10-18T03:47:35.697" v="22038" actId="1037"/>
          <ac:graphicFrameMkLst>
            <pc:docMk/>
            <pc:sldMk cId="1702263333" sldId="312"/>
            <ac:graphicFrameMk id="98" creationId="{8951FC1C-F291-58BA-C7C6-D39E35A22FD3}"/>
          </ac:graphicFrameMkLst>
        </pc:graphicFrameChg>
        <pc:graphicFrameChg chg="mod">
          <ac:chgData name="Ryan Kusnadi" userId="4fb58c44f6c6a5cb" providerId="LiveId" clId="{CB48D145-7F78-4649-9ECC-A7A83723D3CB}" dt="2026-10-18T03:47:28.912" v="22016" actId="1038"/>
          <ac:graphicFrameMkLst>
            <pc:docMk/>
            <pc:sldMk cId="1702263333" sldId="312"/>
            <ac:graphicFrameMk id="100" creationId="{E969BF2D-5414-DD1D-D506-FF0795821099}"/>
          </ac:graphicFrameMkLst>
        </pc:graphicFrameChg>
        <pc:picChg chg="add mod">
          <ac:chgData name="Ryan Kusnadi" userId="4fb58c44f6c6a5cb" providerId="LiveId" clId="{CB48D145-7F78-4649-9ECC-A7A83723D3CB}" dt="2026-10-18T03:42:11.535" v="21668" actId="1038"/>
          <ac:picMkLst>
            <pc:docMk/>
            <pc:sldMk cId="1702263333" sldId="312"/>
            <ac:picMk id="24" creationId="{8CC410D8-A4FE-38D0-63AA-5FFF3DACC10F}"/>
          </ac:picMkLst>
        </pc:picChg>
        <pc:picChg chg="add mod modCrop">
          <ac:chgData name="Ryan Kusnadi" userId="4fb58c44f6c6a5cb" providerId="LiveId" clId="{CB48D145-7F78-4649-9ECC-A7A83723D3CB}" dt="2026-10-18T03:41:53.889" v="21586" actId="1038"/>
          <ac:picMkLst>
            <pc:docMk/>
            <pc:sldMk cId="1702263333" sldId="312"/>
            <ac:picMk id="26" creationId="{BEDB096E-8D41-213D-E815-2E9E4211DF26}"/>
          </ac:picMkLst>
        </pc:picChg>
        <pc:picChg chg="add mod">
          <ac:chgData name="Ryan Kusnadi" userId="4fb58c44f6c6a5cb" providerId="LiveId" clId="{CB48D145-7F78-4649-9ECC-A7A83723D3CB}" dt="2026-10-18T03:49:09.943" v="22251" actId="1076"/>
          <ac:picMkLst>
            <pc:docMk/>
            <pc:sldMk cId="1702263333" sldId="312"/>
            <ac:picMk id="34" creationId="{A52B65AF-0CE3-2043-CBE9-D473DBC7DFD9}"/>
          </ac:picMkLst>
        </pc:picChg>
        <pc:cxnChg chg="mod">
          <ac:chgData name="Ryan Kusnadi" userId="4fb58c44f6c6a5cb" providerId="LiveId" clId="{CB48D145-7F78-4649-9ECC-A7A83723D3CB}" dt="2026-10-18T03:37:48.042" v="21403" actId="1038"/>
          <ac:cxnSpMkLst>
            <pc:docMk/>
            <pc:sldMk cId="1702263333" sldId="312"/>
            <ac:cxnSpMk id="60" creationId="{846C466C-E4FE-E048-81E3-FDB8F31FF43C}"/>
          </ac:cxnSpMkLst>
        </pc:cxnChg>
        <pc:cxnChg chg="mod">
          <ac:chgData name="Ryan Kusnadi" userId="4fb58c44f6c6a5cb" providerId="LiveId" clId="{CB48D145-7F78-4649-9ECC-A7A83723D3CB}" dt="2026-10-18T03:37:57.792" v="21404" actId="14100"/>
          <ac:cxnSpMkLst>
            <pc:docMk/>
            <pc:sldMk cId="1702263333" sldId="312"/>
            <ac:cxnSpMk id="88" creationId="{9294B4F5-EDB0-C867-E7DA-A8F9742285C2}"/>
          </ac:cxnSpMkLst>
        </pc:cxnChg>
      </pc:sldChg>
      <pc:sldChg chg="add del">
        <pc:chgData name="Ryan Kusnadi" userId="4fb58c44f6c6a5cb" providerId="LiveId" clId="{CB48D145-7F78-4649-9ECC-A7A83723D3CB}" dt="2026-10-18T04:35:34.082" v="23413"/>
        <pc:sldMkLst>
          <pc:docMk/>
          <pc:sldMk cId="1855511410" sldId="312"/>
        </pc:sldMkLst>
      </pc:sldChg>
      <pc:sldChg chg="modSp add del mod">
        <pc:chgData name="Ryan Kusnadi" userId="4fb58c44f6c6a5cb" providerId="LiveId" clId="{CB48D145-7F78-4649-9ECC-A7A83723D3CB}" dt="2026-10-18T04:14:23.419" v="23176" actId="47"/>
        <pc:sldMkLst>
          <pc:docMk/>
          <pc:sldMk cId="2077922293" sldId="312"/>
        </pc:sldMkLst>
        <pc:spChg chg="mod">
          <ac:chgData name="Ryan Kusnadi" userId="4fb58c44f6c6a5cb" providerId="LiveId" clId="{CB48D145-7F78-4649-9ECC-A7A83723D3CB}" dt="2026-10-18T04:13:35.736" v="23162" actId="20577"/>
          <ac:spMkLst>
            <pc:docMk/>
            <pc:sldMk cId="2077922293" sldId="312"/>
            <ac:spMk id="8" creationId="{ED77F467-028A-2351-3F05-F47203CC36EF}"/>
          </ac:spMkLst>
        </pc:spChg>
        <pc:spChg chg="mod">
          <ac:chgData name="Ryan Kusnadi" userId="4fb58c44f6c6a5cb" providerId="LiveId" clId="{CB48D145-7F78-4649-9ECC-A7A83723D3CB}" dt="2026-10-18T04:13:32.868" v="23155" actId="20577"/>
          <ac:spMkLst>
            <pc:docMk/>
            <pc:sldMk cId="2077922293" sldId="312"/>
            <ac:spMk id="9" creationId="{5684CAFE-8B2F-98F1-77A9-DACD84A433A3}"/>
          </ac:spMkLst>
        </pc:spChg>
        <pc:spChg chg="mod">
          <ac:chgData name="Ryan Kusnadi" userId="4fb58c44f6c6a5cb" providerId="LiveId" clId="{CB48D145-7F78-4649-9ECC-A7A83723D3CB}" dt="2026-10-18T04:13:55.098" v="23175" actId="20577"/>
          <ac:spMkLst>
            <pc:docMk/>
            <pc:sldMk cId="2077922293" sldId="312"/>
            <ac:spMk id="15" creationId="{F7679868-8ED9-1B2C-46A0-323BBE39F9D1}"/>
          </ac:spMkLst>
        </pc:spChg>
      </pc:sldChg>
      <pc:sldChg chg="addSp delSp modSp add del mod">
        <pc:chgData name="Ryan Kusnadi" userId="4fb58c44f6c6a5cb" providerId="LiveId" clId="{CB48D145-7F78-4649-9ECC-A7A83723D3CB}" dt="2026-10-18T03:59:39.292" v="22502"/>
        <pc:sldMkLst>
          <pc:docMk/>
          <pc:sldMk cId="3398078440" sldId="312"/>
        </pc:sldMkLst>
        <pc:spChg chg="add del mod">
          <ac:chgData name="Ryan Kusnadi" userId="4fb58c44f6c6a5cb" providerId="LiveId" clId="{CB48D145-7F78-4649-9ECC-A7A83723D3CB}" dt="2026-10-18T03:56:04.277" v="22413"/>
          <ac:spMkLst>
            <pc:docMk/>
            <pc:sldMk cId="3398078440" sldId="312"/>
            <ac:spMk id="6" creationId="{53F6D8DC-FED3-FA2C-995D-F4181A6F2043}"/>
          </ac:spMkLst>
        </pc:spChg>
        <pc:spChg chg="add mod ord">
          <ac:chgData name="Ryan Kusnadi" userId="4fb58c44f6c6a5cb" providerId="LiveId" clId="{CB48D145-7F78-4649-9ECC-A7A83723D3CB}" dt="2026-10-18T03:58:58.605" v="22497" actId="207"/>
          <ac:spMkLst>
            <pc:docMk/>
            <pc:sldMk cId="3398078440" sldId="312"/>
            <ac:spMk id="13" creationId="{A0DC7F7D-37ED-06D1-9A78-A3F68DD68EBA}"/>
          </ac:spMkLst>
        </pc:spChg>
        <pc:spChg chg="add mod">
          <ac:chgData name="Ryan Kusnadi" userId="4fb58c44f6c6a5cb" providerId="LiveId" clId="{CB48D145-7F78-4649-9ECC-A7A83723D3CB}" dt="2026-10-18T03:59:25.064" v="22500" actId="1076"/>
          <ac:spMkLst>
            <pc:docMk/>
            <pc:sldMk cId="3398078440" sldId="312"/>
            <ac:spMk id="27" creationId="{3B93467E-E067-3D5D-9534-BB9B668888A5}"/>
          </ac:spMkLst>
        </pc:spChg>
        <pc:spChg chg="mod">
          <ac:chgData name="Ryan Kusnadi" userId="4fb58c44f6c6a5cb" providerId="LiveId" clId="{CB48D145-7F78-4649-9ECC-A7A83723D3CB}" dt="2026-10-18T03:55:58.813" v="22410" actId="20577"/>
          <ac:spMkLst>
            <pc:docMk/>
            <pc:sldMk cId="3398078440" sldId="312"/>
            <ac:spMk id="61" creationId="{107723F3-9A7B-34FD-1BC2-954496618AD8}"/>
          </ac:spMkLst>
        </pc:spChg>
        <pc:spChg chg="mod">
          <ac:chgData name="Ryan Kusnadi" userId="4fb58c44f6c6a5cb" providerId="LiveId" clId="{CB48D145-7F78-4649-9ECC-A7A83723D3CB}" dt="2026-10-18T03:56:43.284" v="22432" actId="1036"/>
          <ac:spMkLst>
            <pc:docMk/>
            <pc:sldMk cId="3398078440" sldId="312"/>
            <ac:spMk id="101" creationId="{DE5A5B97-3CBC-8797-25A8-653E13FE15CA}"/>
          </ac:spMkLst>
        </pc:spChg>
        <pc:spChg chg="mod">
          <ac:chgData name="Ryan Kusnadi" userId="4fb58c44f6c6a5cb" providerId="LiveId" clId="{CB48D145-7F78-4649-9ECC-A7A83723D3CB}" dt="2026-10-18T03:55:56.017" v="22409" actId="20577"/>
          <ac:spMkLst>
            <pc:docMk/>
            <pc:sldMk cId="3398078440" sldId="312"/>
            <ac:spMk id="103" creationId="{DC8B7696-C30E-7558-ABA4-F24D55A7D07B}"/>
          </ac:spMkLst>
        </pc:spChg>
        <pc:spChg chg="del">
          <ac:chgData name="Ryan Kusnadi" userId="4fb58c44f6c6a5cb" providerId="LiveId" clId="{CB48D145-7F78-4649-9ECC-A7A83723D3CB}" dt="2026-10-18T03:56:46.355" v="22433" actId="478"/>
          <ac:spMkLst>
            <pc:docMk/>
            <pc:sldMk cId="3398078440" sldId="312"/>
            <ac:spMk id="451" creationId="{00000000-0000-0000-0000-000000000000}"/>
          </ac:spMkLst>
        </pc:spChg>
        <pc:spChg chg="del">
          <ac:chgData name="Ryan Kusnadi" userId="4fb58c44f6c6a5cb" providerId="LiveId" clId="{CB48D145-7F78-4649-9ECC-A7A83723D3CB}" dt="2026-10-18T03:56:46.355" v="22433" actId="478"/>
          <ac:spMkLst>
            <pc:docMk/>
            <pc:sldMk cId="3398078440" sldId="312"/>
            <ac:spMk id="452" creationId="{00000000-0000-0000-0000-000000000000}"/>
          </ac:spMkLst>
        </pc:spChg>
        <pc:picChg chg="add mod">
          <ac:chgData name="Ryan Kusnadi" userId="4fb58c44f6c6a5cb" providerId="LiveId" clId="{CB48D145-7F78-4649-9ECC-A7A83723D3CB}" dt="2026-10-18T03:59:25.064" v="22500" actId="1076"/>
          <ac:picMkLst>
            <pc:docMk/>
            <pc:sldMk cId="3398078440" sldId="312"/>
            <ac:picMk id="33" creationId="{03B17E62-0BCB-91B5-425B-55F80D49CE4E}"/>
          </ac:picMkLst>
        </pc:picChg>
      </pc:sldChg>
      <pc:sldChg chg="addSp modSp add del mod modNotesTx">
        <pc:chgData name="Ryan Kusnadi" userId="4fb58c44f6c6a5cb" providerId="LiveId" clId="{CB48D145-7F78-4649-9ECC-A7A83723D3CB}" dt="2026-10-18T07:46:57.191" v="29530"/>
        <pc:sldMkLst>
          <pc:docMk/>
          <pc:sldMk cId="4161020056" sldId="313"/>
        </pc:sldMkLst>
        <pc:spChg chg="mod">
          <ac:chgData name="Ryan Kusnadi" userId="4fb58c44f6c6a5cb" providerId="LiveId" clId="{CB48D145-7F78-4649-9ECC-A7A83723D3CB}" dt="2026-10-18T04:43:07.664" v="23633" actId="20577"/>
          <ac:spMkLst>
            <pc:docMk/>
            <pc:sldMk cId="4161020056" sldId="313"/>
            <ac:spMk id="2" creationId="{A78850A1-7CB8-E395-890A-57D864CDBB28}"/>
          </ac:spMkLst>
        </pc:spChg>
        <pc:spChg chg="mod">
          <ac:chgData name="Ryan Kusnadi" userId="4fb58c44f6c6a5cb" providerId="LiveId" clId="{CB48D145-7F78-4649-9ECC-A7A83723D3CB}" dt="2026-10-18T07:27:22.949" v="29120"/>
          <ac:spMkLst>
            <pc:docMk/>
            <pc:sldMk cId="4161020056" sldId="313"/>
            <ac:spMk id="3" creationId="{177E1A91-AC35-0868-6AC0-3C8569BBA2B5}"/>
          </ac:spMkLst>
        </pc:spChg>
        <pc:spChg chg="mod">
          <ac:chgData name="Ryan Kusnadi" userId="4fb58c44f6c6a5cb" providerId="LiveId" clId="{CB48D145-7F78-4649-9ECC-A7A83723D3CB}" dt="2026-10-18T07:12:02.217" v="28751" actId="1076"/>
          <ac:spMkLst>
            <pc:docMk/>
            <pc:sldMk cId="4161020056" sldId="313"/>
            <ac:spMk id="7" creationId="{6EA2F45E-875D-2515-134C-A08F0702906F}"/>
          </ac:spMkLst>
        </pc:spChg>
        <pc:spChg chg="mod">
          <ac:chgData name="Ryan Kusnadi" userId="4fb58c44f6c6a5cb" providerId="LiveId" clId="{CB48D145-7F78-4649-9ECC-A7A83723D3CB}" dt="2026-10-18T07:11:35.647" v="28705" actId="14100"/>
          <ac:spMkLst>
            <pc:docMk/>
            <pc:sldMk cId="4161020056" sldId="313"/>
            <ac:spMk id="8" creationId="{12CAC0E0-4172-940B-CF1A-7DFD5AD2BE17}"/>
          </ac:spMkLst>
        </pc:spChg>
        <pc:spChg chg="add mod">
          <ac:chgData name="Ryan Kusnadi" userId="4fb58c44f6c6a5cb" providerId="LiveId" clId="{CB48D145-7F78-4649-9ECC-A7A83723D3CB}" dt="2026-10-18T07:11:56.476" v="28749" actId="20577"/>
          <ac:spMkLst>
            <pc:docMk/>
            <pc:sldMk cId="4161020056" sldId="313"/>
            <ac:spMk id="9" creationId="{1F52847C-B5E3-2D9B-FC68-4ADFB4A93028}"/>
          </ac:spMkLst>
        </pc:spChg>
      </pc:sldChg>
      <pc:sldChg chg="add del">
        <pc:chgData name="Ryan Kusnadi" userId="4fb58c44f6c6a5cb" providerId="LiveId" clId="{CB48D145-7F78-4649-9ECC-A7A83723D3CB}" dt="2026-10-18T06:39:37.612" v="27395"/>
        <pc:sldMkLst>
          <pc:docMk/>
          <pc:sldMk cId="257353129" sldId="314"/>
        </pc:sldMkLst>
      </pc:sldChg>
      <pc:sldChg chg="add del">
        <pc:chgData name="Ryan Kusnadi" userId="4fb58c44f6c6a5cb" providerId="LiveId" clId="{CB48D145-7F78-4649-9ECC-A7A83723D3CB}" dt="2026-10-18T05:08:23.194" v="25116"/>
        <pc:sldMkLst>
          <pc:docMk/>
          <pc:sldMk cId="1029325517" sldId="314"/>
        </pc:sldMkLst>
      </pc:sldChg>
      <pc:sldChg chg="add del">
        <pc:chgData name="Ryan Kusnadi" userId="4fb58c44f6c6a5cb" providerId="LiveId" clId="{CB48D145-7F78-4649-9ECC-A7A83723D3CB}" dt="2026-10-18T06:31:03.392" v="27156"/>
        <pc:sldMkLst>
          <pc:docMk/>
          <pc:sldMk cId="1619609227" sldId="314"/>
        </pc:sldMkLst>
      </pc:sldChg>
      <pc:sldChg chg="addSp delSp modSp add del mod">
        <pc:chgData name="Ryan Kusnadi" userId="4fb58c44f6c6a5cb" providerId="LiveId" clId="{CB48D145-7F78-4649-9ECC-A7A83723D3CB}" dt="2026-10-18T06:27:13.525" v="26971"/>
        <pc:sldMkLst>
          <pc:docMk/>
          <pc:sldMk cId="2273875338" sldId="314"/>
        </pc:sldMkLst>
        <pc:spChg chg="mod">
          <ac:chgData name="Ryan Kusnadi" userId="4fb58c44f6c6a5cb" providerId="LiveId" clId="{CB48D145-7F78-4649-9ECC-A7A83723D3CB}" dt="2026-10-18T06:17:47.144" v="26456" actId="20577"/>
          <ac:spMkLst>
            <pc:docMk/>
            <pc:sldMk cId="2273875338" sldId="314"/>
            <ac:spMk id="2" creationId="{6924D5A1-5048-E8BF-4D90-47B69902AB5A}"/>
          </ac:spMkLst>
        </pc:spChg>
        <pc:spChg chg="add mod">
          <ac:chgData name="Ryan Kusnadi" userId="4fb58c44f6c6a5cb" providerId="LiveId" clId="{CB48D145-7F78-4649-9ECC-A7A83723D3CB}" dt="2026-10-18T06:20:55.480" v="26968" actId="465"/>
          <ac:spMkLst>
            <pc:docMk/>
            <pc:sldMk cId="2273875338" sldId="314"/>
            <ac:spMk id="9" creationId="{46676AD1-2FB5-918C-5031-2FEE83DAE146}"/>
          </ac:spMkLst>
        </pc:spChg>
        <pc:spChg chg="add mod">
          <ac:chgData name="Ryan Kusnadi" userId="4fb58c44f6c6a5cb" providerId="LiveId" clId="{CB48D145-7F78-4649-9ECC-A7A83723D3CB}" dt="2026-10-18T06:19:31.272" v="26817" actId="20577"/>
          <ac:spMkLst>
            <pc:docMk/>
            <pc:sldMk cId="2273875338" sldId="314"/>
            <ac:spMk id="11" creationId="{E3816104-B1FA-BC05-91F5-DC6A860414E8}"/>
          </ac:spMkLst>
        </pc:spChg>
        <pc:spChg chg="add mod">
          <ac:chgData name="Ryan Kusnadi" userId="4fb58c44f6c6a5cb" providerId="LiveId" clId="{CB48D145-7F78-4649-9ECC-A7A83723D3CB}" dt="2026-10-18T06:20:53.519" v="26967" actId="14100"/>
          <ac:spMkLst>
            <pc:docMk/>
            <pc:sldMk cId="2273875338" sldId="314"/>
            <ac:spMk id="13" creationId="{6C3A80CF-15D2-49C3-15CF-DCD1AC3EDFFA}"/>
          </ac:spMkLst>
        </pc:spChg>
        <pc:spChg chg="add del mod">
          <ac:chgData name="Ryan Kusnadi" userId="4fb58c44f6c6a5cb" providerId="LiveId" clId="{CB48D145-7F78-4649-9ECC-A7A83723D3CB}" dt="2026-10-18T06:20:02.022" v="26877" actId="478"/>
          <ac:spMkLst>
            <pc:docMk/>
            <pc:sldMk cId="2273875338" sldId="314"/>
            <ac:spMk id="15" creationId="{A4651EB3-3C7B-D877-2788-D7D00B409C4A}"/>
          </ac:spMkLst>
        </pc:spChg>
        <pc:spChg chg="mod">
          <ac:chgData name="Ryan Kusnadi" userId="4fb58c44f6c6a5cb" providerId="LiveId" clId="{CB48D145-7F78-4649-9ECC-A7A83723D3CB}" dt="2026-10-18T06:20:25.464" v="26933" actId="13926"/>
          <ac:spMkLst>
            <pc:docMk/>
            <pc:sldMk cId="2273875338" sldId="314"/>
            <ac:spMk id="18" creationId="{CD8D029F-C4AB-EB03-D32B-C3FAAD74DBF9}"/>
          </ac:spMkLst>
        </pc:spChg>
        <pc:spChg chg="add mod">
          <ac:chgData name="Ryan Kusnadi" userId="4fb58c44f6c6a5cb" providerId="LiveId" clId="{CB48D145-7F78-4649-9ECC-A7A83723D3CB}" dt="2026-10-18T06:20:23.279" v="26932" actId="13926"/>
          <ac:spMkLst>
            <pc:docMk/>
            <pc:sldMk cId="2273875338" sldId="314"/>
            <ac:spMk id="19" creationId="{EDC6710A-1630-1DAD-7CCC-3F7614B16455}"/>
          </ac:spMkLst>
        </pc:spChg>
        <pc:spChg chg="mod">
          <ac:chgData name="Ryan Kusnadi" userId="4fb58c44f6c6a5cb" providerId="LiveId" clId="{CB48D145-7F78-4649-9ECC-A7A83723D3CB}" dt="2026-10-18T06:13:41.938" v="25956" actId="164"/>
          <ac:spMkLst>
            <pc:docMk/>
            <pc:sldMk cId="2273875338" sldId="314"/>
            <ac:spMk id="21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13:41.938" v="25956" actId="164"/>
          <ac:spMkLst>
            <pc:docMk/>
            <pc:sldMk cId="2273875338" sldId="314"/>
            <ac:spMk id="22" creationId="{00000000-0000-0000-0000-000000000000}"/>
          </ac:spMkLst>
        </pc:spChg>
        <pc:spChg chg="del">
          <ac:chgData name="Ryan Kusnadi" userId="4fb58c44f6c6a5cb" providerId="LiveId" clId="{CB48D145-7F78-4649-9ECC-A7A83723D3CB}" dt="2026-10-18T06:15:17.102" v="26139" actId="478"/>
          <ac:spMkLst>
            <pc:docMk/>
            <pc:sldMk cId="2273875338" sldId="314"/>
            <ac:spMk id="23" creationId="{00000000-0000-0000-0000-000000000000}"/>
          </ac:spMkLst>
        </pc:spChg>
        <pc:spChg chg="add mod">
          <ac:chgData name="Ryan Kusnadi" userId="4fb58c44f6c6a5cb" providerId="LiveId" clId="{CB48D145-7F78-4649-9ECC-A7A83723D3CB}" dt="2026-10-18T06:20:48.241" v="26964" actId="20577"/>
          <ac:spMkLst>
            <pc:docMk/>
            <pc:sldMk cId="2273875338" sldId="314"/>
            <ac:spMk id="25" creationId="{B1B0B81B-898C-2B7B-F802-4B6644476DC7}"/>
          </ac:spMkLst>
        </pc:spChg>
        <pc:grpChg chg="add mod">
          <ac:chgData name="Ryan Kusnadi" userId="4fb58c44f6c6a5cb" providerId="LiveId" clId="{CB48D145-7F78-4649-9ECC-A7A83723D3CB}" dt="2026-10-18T06:20:18.398" v="26931" actId="1035"/>
          <ac:grpSpMkLst>
            <pc:docMk/>
            <pc:sldMk cId="2273875338" sldId="314"/>
            <ac:grpSpMk id="6" creationId="{68DB970A-488B-5B88-A711-A99B1478C657}"/>
          </ac:grpSpMkLst>
        </pc:grpChg>
        <pc:grpChg chg="add mod">
          <ac:chgData name="Ryan Kusnadi" userId="4fb58c44f6c6a5cb" providerId="LiveId" clId="{CB48D145-7F78-4649-9ECC-A7A83723D3CB}" dt="2026-10-18T06:20:06.709" v="26907" actId="1035"/>
          <ac:grpSpMkLst>
            <pc:docMk/>
            <pc:sldMk cId="2273875338" sldId="314"/>
            <ac:grpSpMk id="16" creationId="{752E15BC-A9CA-E8FF-A6A1-BEB1219CE34D}"/>
          </ac:grpSpMkLst>
        </pc:grpChg>
        <pc:graphicFrameChg chg="mod">
          <ac:chgData name="Ryan Kusnadi" userId="4fb58c44f6c6a5cb" providerId="LiveId" clId="{CB48D145-7F78-4649-9ECC-A7A83723D3CB}" dt="2026-10-18T06:13:41.938" v="25956" actId="164"/>
          <ac:graphicFrameMkLst>
            <pc:docMk/>
            <pc:sldMk cId="2273875338" sldId="314"/>
            <ac:graphicFrameMk id="20" creationId="{00000000-0000-0000-0000-000000000000}"/>
          </ac:graphicFrameMkLst>
        </pc:graphicFrameChg>
        <pc:cxnChg chg="mod">
          <ac:chgData name="Ryan Kusnadi" userId="4fb58c44f6c6a5cb" providerId="LiveId" clId="{CB48D145-7F78-4649-9ECC-A7A83723D3CB}" dt="2026-10-18T06:20:02.355" v="26878"/>
          <ac:cxnSpMkLst>
            <pc:docMk/>
            <pc:sldMk cId="2273875338" sldId="314"/>
            <ac:cxnSpMk id="17" creationId="{66726CE0-C9F3-8363-4CA3-6D834E3D8B94}"/>
          </ac:cxnSpMkLst>
        </pc:cxnChg>
      </pc:sldChg>
      <pc:sldChg chg="add del">
        <pc:chgData name="Ryan Kusnadi" userId="4fb58c44f6c6a5cb" providerId="LiveId" clId="{CB48D145-7F78-4649-9ECC-A7A83723D3CB}" dt="2026-10-18T06:50:07.292" v="28134"/>
        <pc:sldMkLst>
          <pc:docMk/>
          <pc:sldMk cId="2626791763" sldId="314"/>
        </pc:sldMkLst>
      </pc:sldChg>
      <pc:sldChg chg="add del">
        <pc:chgData name="Ryan Kusnadi" userId="4fb58c44f6c6a5cb" providerId="LiveId" clId="{CB48D145-7F78-4649-9ECC-A7A83723D3CB}" dt="2026-10-18T06:29:24.972" v="27149"/>
        <pc:sldMkLst>
          <pc:docMk/>
          <pc:sldMk cId="2686429116" sldId="314"/>
        </pc:sldMkLst>
      </pc:sldChg>
      <pc:sldChg chg="addSp delSp modSp add del mod">
        <pc:chgData name="Ryan Kusnadi" userId="4fb58c44f6c6a5cb" providerId="LiveId" clId="{CB48D145-7F78-4649-9ECC-A7A83723D3CB}" dt="2026-10-18T06:38:07.438" v="27391"/>
        <pc:sldMkLst>
          <pc:docMk/>
          <pc:sldMk cId="3083518241" sldId="314"/>
        </pc:sldMkLst>
        <pc:spChg chg="add del mod">
          <ac:chgData name="Ryan Kusnadi" userId="4fb58c44f6c6a5cb" providerId="LiveId" clId="{CB48D145-7F78-4649-9ECC-A7A83723D3CB}" dt="2026-10-18T06:35:56.708" v="27190"/>
          <ac:spMkLst>
            <pc:docMk/>
            <pc:sldMk cId="3083518241" sldId="314"/>
            <ac:spMk id="9" creationId="{42CBEED5-93BA-17A9-3E5F-F4DB0E69CE29}"/>
          </ac:spMkLst>
        </pc:spChg>
        <pc:spChg chg="add mod">
          <ac:chgData name="Ryan Kusnadi" userId="4fb58c44f6c6a5cb" providerId="LiveId" clId="{CB48D145-7F78-4649-9ECC-A7A83723D3CB}" dt="2026-10-18T06:36:27.921" v="27272" actId="20577"/>
          <ac:spMkLst>
            <pc:docMk/>
            <pc:sldMk cId="3083518241" sldId="314"/>
            <ac:spMk id="10" creationId="{00BD498B-BE62-4277-E75B-5A46C9B4B1A6}"/>
          </ac:spMkLst>
        </pc:spChg>
        <pc:spChg chg="add del mod">
          <ac:chgData name="Ryan Kusnadi" userId="4fb58c44f6c6a5cb" providerId="LiveId" clId="{CB48D145-7F78-4649-9ECC-A7A83723D3CB}" dt="2026-10-18T06:36:49.077" v="27275"/>
          <ac:spMkLst>
            <pc:docMk/>
            <pc:sldMk cId="3083518241" sldId="314"/>
            <ac:spMk id="11" creationId="{9AADAD98-BD5D-9EE3-CB1C-C9E13BB8BAEA}"/>
          </ac:spMkLst>
        </pc:spChg>
        <pc:spChg chg="mod">
          <ac:chgData name="Ryan Kusnadi" userId="4fb58c44f6c6a5cb" providerId="LiveId" clId="{CB48D145-7F78-4649-9ECC-A7A83723D3CB}" dt="2026-10-18T06:36:08.019" v="27199" actId="13926"/>
          <ac:spMkLst>
            <pc:docMk/>
            <pc:sldMk cId="3083518241" sldId="314"/>
            <ac:spMk id="51" creationId="{00000000-0000-0000-0000-000000000000}"/>
          </ac:spMkLst>
        </pc:spChg>
      </pc:sldChg>
      <pc:sldChg chg="addSp delSp modSp add del mod">
        <pc:chgData name="Ryan Kusnadi" userId="4fb58c44f6c6a5cb" providerId="LiveId" clId="{CB48D145-7F78-4649-9ECC-A7A83723D3CB}" dt="2026-10-18T06:12:32.262" v="25943"/>
        <pc:sldMkLst>
          <pc:docMk/>
          <pc:sldMk cId="4260357918" sldId="314"/>
        </pc:sldMkLst>
        <pc:spChg chg="mod">
          <ac:chgData name="Ryan Kusnadi" userId="4fb58c44f6c6a5cb" providerId="LiveId" clId="{CB48D145-7F78-4649-9ECC-A7A83723D3CB}" dt="2026-10-18T05:14:05.007" v="25239" actId="1076"/>
          <ac:spMkLst>
            <pc:docMk/>
            <pc:sldMk cId="4260357918" sldId="314"/>
            <ac:spMk id="8" creationId="{67C15C1A-3A03-4158-BFCC-1CA016DF4E7C}"/>
          </ac:spMkLst>
        </pc:spChg>
        <pc:spChg chg="add del mod">
          <ac:chgData name="Ryan Kusnadi" userId="4fb58c44f6c6a5cb" providerId="LiveId" clId="{CB48D145-7F78-4649-9ECC-A7A83723D3CB}" dt="2026-10-18T05:13:19.231" v="25234" actId="767"/>
          <ac:spMkLst>
            <pc:docMk/>
            <pc:sldMk cId="4260357918" sldId="314"/>
            <ac:spMk id="10" creationId="{7C0186AD-FA7F-3FD1-16B6-F04D580C5786}"/>
          </ac:spMkLst>
        </pc:spChg>
        <pc:spChg chg="mod topLvl">
          <ac:chgData name="Ryan Kusnadi" userId="4fb58c44f6c6a5cb" providerId="LiveId" clId="{CB48D145-7F78-4649-9ECC-A7A83723D3CB}" dt="2026-10-18T05:13:20.998" v="25237" actId="165"/>
          <ac:spMkLst>
            <pc:docMk/>
            <pc:sldMk cId="4260357918" sldId="314"/>
            <ac:spMk id="710" creationId="{00000000-0000-0000-0000-000000000000}"/>
          </ac:spMkLst>
        </pc:spChg>
        <pc:spChg chg="mod topLvl">
          <ac:chgData name="Ryan Kusnadi" userId="4fb58c44f6c6a5cb" providerId="LiveId" clId="{CB48D145-7F78-4649-9ECC-A7A83723D3CB}" dt="2026-10-18T05:13:20.998" v="25237" actId="165"/>
          <ac:spMkLst>
            <pc:docMk/>
            <pc:sldMk cId="4260357918" sldId="314"/>
            <ac:spMk id="712" creationId="{00000000-0000-0000-0000-000000000000}"/>
          </ac:spMkLst>
        </pc:spChg>
        <pc:grpChg chg="add del mod">
          <ac:chgData name="Ryan Kusnadi" userId="4fb58c44f6c6a5cb" providerId="LiveId" clId="{CB48D145-7F78-4649-9ECC-A7A83723D3CB}" dt="2026-10-18T06:00:47.847" v="25940" actId="478"/>
          <ac:grpSpMkLst>
            <pc:docMk/>
            <pc:sldMk cId="4260357918" sldId="314"/>
            <ac:grpSpMk id="6" creationId="{8D4860C7-8B4B-7354-9E67-E7EDAA624D6F}"/>
          </ac:grpSpMkLst>
        </pc:grpChg>
        <pc:graphicFrameChg chg="mod topLvl">
          <ac:chgData name="Ryan Kusnadi" userId="4fb58c44f6c6a5cb" providerId="LiveId" clId="{CB48D145-7F78-4649-9ECC-A7A83723D3CB}" dt="2026-10-18T05:13:20.998" v="25237" actId="165"/>
          <ac:graphicFrameMkLst>
            <pc:docMk/>
            <pc:sldMk cId="4260357918" sldId="314"/>
            <ac:graphicFrameMk id="9" creationId="{00000000-0000-0000-0000-000000000000}"/>
          </ac:graphicFrameMkLst>
        </pc:graphicFrameChg>
        <pc:cxnChg chg="mod topLvl">
          <ac:chgData name="Ryan Kusnadi" userId="4fb58c44f6c6a5cb" providerId="LiveId" clId="{CB48D145-7F78-4649-9ECC-A7A83723D3CB}" dt="2026-10-18T05:13:20.998" v="25237" actId="165"/>
          <ac:cxnSpMkLst>
            <pc:docMk/>
            <pc:sldMk cId="4260357918" sldId="314"/>
            <ac:cxnSpMk id="711" creationId="{00000000-0000-0000-0000-000000000000}"/>
          </ac:cxnSpMkLst>
        </pc:cxnChg>
      </pc:sldChg>
      <pc:sldChg chg="add del">
        <pc:chgData name="Ryan Kusnadi" userId="4fb58c44f6c6a5cb" providerId="LiveId" clId="{CB48D145-7F78-4649-9ECC-A7A83723D3CB}" dt="2026-10-18T06:53:22.565" v="28249" actId="47"/>
        <pc:sldMkLst>
          <pc:docMk/>
          <pc:sldMk cId="3584010543" sldId="315"/>
        </pc:sldMkLst>
      </pc:sldChg>
      <pc:sldChg chg="del">
        <pc:chgData name="Ryan Kusnadi" userId="4fb58c44f6c6a5cb" providerId="LiveId" clId="{CB48D145-7F78-4649-9ECC-A7A83723D3CB}" dt="2026-10-18T07:20:44.693" v="28973" actId="47"/>
        <pc:sldMkLst>
          <pc:docMk/>
          <pc:sldMk cId="298420814" sldId="316"/>
        </pc:sldMkLst>
      </pc:sldChg>
      <pc:sldChg chg="add del">
        <pc:chgData name="Ryan Kusnadi" userId="4fb58c44f6c6a5cb" providerId="LiveId" clId="{CB48D145-7F78-4649-9ECC-A7A83723D3CB}" dt="2026-10-18T06:30:10.024" v="27151"/>
        <pc:sldMkLst>
          <pc:docMk/>
          <pc:sldMk cId="837599235" sldId="317"/>
        </pc:sldMkLst>
      </pc:sldChg>
      <pc:sldChg chg="modSp add del mod">
        <pc:chgData name="Ryan Kusnadi" userId="4fb58c44f6c6a5cb" providerId="LiveId" clId="{CB48D145-7F78-4649-9ECC-A7A83723D3CB}" dt="2026-10-18T06:49:37.821" v="28132"/>
        <pc:sldMkLst>
          <pc:docMk/>
          <pc:sldMk cId="3042538340" sldId="317"/>
        </pc:sldMkLst>
        <pc:spChg chg="mod">
          <ac:chgData name="Ryan Kusnadi" userId="4fb58c44f6c6a5cb" providerId="LiveId" clId="{CB48D145-7F78-4649-9ECC-A7A83723D3CB}" dt="2026-10-18T06:45:04.840" v="28130" actId="1076"/>
          <ac:spMkLst>
            <pc:docMk/>
            <pc:sldMk cId="3042538340" sldId="317"/>
            <ac:spMk id="10" creationId="{00BD498B-BE62-4277-E75B-5A46C9B4B1A6}"/>
          </ac:spMkLst>
        </pc:spChg>
        <pc:spChg chg="mod">
          <ac:chgData name="Ryan Kusnadi" userId="4fb58c44f6c6a5cb" providerId="LiveId" clId="{CB48D145-7F78-4649-9ECC-A7A83723D3CB}" dt="2026-10-18T06:43:59.817" v="28009" actId="20577"/>
          <ac:spMkLst>
            <pc:docMk/>
            <pc:sldMk cId="3042538340" sldId="317"/>
            <ac:spMk id="43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44:49.792" v="28123" actId="20577"/>
          <ac:spMkLst>
            <pc:docMk/>
            <pc:sldMk cId="3042538340" sldId="317"/>
            <ac:spMk id="46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44:58.931" v="28129" actId="20577"/>
          <ac:spMkLst>
            <pc:docMk/>
            <pc:sldMk cId="3042538340" sldId="317"/>
            <ac:spMk id="47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44:26.478" v="28074" actId="20577"/>
          <ac:spMkLst>
            <pc:docMk/>
            <pc:sldMk cId="3042538340" sldId="317"/>
            <ac:spMk id="50" creationId="{00000000-0000-0000-0000-000000000000}"/>
          </ac:spMkLst>
        </pc:spChg>
      </pc:sldChg>
      <pc:sldChg chg="add del">
        <pc:chgData name="Ryan Kusnadi" userId="4fb58c44f6c6a5cb" providerId="LiveId" clId="{CB48D145-7F78-4649-9ECC-A7A83723D3CB}" dt="2026-10-18T06:31:48.058" v="27158"/>
        <pc:sldMkLst>
          <pc:docMk/>
          <pc:sldMk cId="3248524677" sldId="317"/>
        </pc:sldMkLst>
      </pc:sldChg>
      <pc:sldChg chg="add del">
        <pc:chgData name="Ryan Kusnadi" userId="4fb58c44f6c6a5cb" providerId="LiveId" clId="{CB48D145-7F78-4649-9ECC-A7A83723D3CB}" dt="2026-10-18T06:38:52.525" v="27393"/>
        <pc:sldMkLst>
          <pc:docMk/>
          <pc:sldMk cId="3259098512" sldId="317"/>
        </pc:sldMkLst>
      </pc:sldChg>
      <pc:sldChg chg="addSp delSp modSp add mod">
        <pc:chgData name="Ryan Kusnadi" userId="4fb58c44f6c6a5cb" providerId="LiveId" clId="{CB48D145-7F78-4649-9ECC-A7A83723D3CB}" dt="2026-10-18T08:20:40.660" v="31429" actId="20577"/>
        <pc:sldMkLst>
          <pc:docMk/>
          <pc:sldMk cId="3939661720" sldId="317"/>
        </pc:sldMkLst>
        <pc:spChg chg="mod">
          <ac:chgData name="Ryan Kusnadi" userId="4fb58c44f6c6a5cb" providerId="LiveId" clId="{CB48D145-7F78-4649-9ECC-A7A83723D3CB}" dt="2026-10-18T06:52:06.791" v="28244" actId="13926"/>
          <ac:spMkLst>
            <pc:docMk/>
            <pc:sldMk cId="3939661720" sldId="317"/>
            <ac:spMk id="2" creationId="{6924D5A1-5048-E8BF-4D90-47B69902AB5A}"/>
          </ac:spMkLst>
        </pc:spChg>
        <pc:spChg chg="mod">
          <ac:chgData name="Ryan Kusnadi" userId="4fb58c44f6c6a5cb" providerId="LiveId" clId="{CB48D145-7F78-4649-9ECC-A7A83723D3CB}" dt="2026-10-18T07:27:16.802" v="29118"/>
          <ac:spMkLst>
            <pc:docMk/>
            <pc:sldMk cId="3939661720" sldId="317"/>
            <ac:spMk id="3" creationId="{7214EB3E-8271-F31C-C681-871E91049550}"/>
          </ac:spMkLst>
        </pc:spChg>
        <pc:spChg chg="add del mod">
          <ac:chgData name="Ryan Kusnadi" userId="4fb58c44f6c6a5cb" providerId="LiveId" clId="{CB48D145-7F78-4649-9ECC-A7A83723D3CB}" dt="2026-10-18T06:53:15.995" v="28247" actId="478"/>
          <ac:spMkLst>
            <pc:docMk/>
            <pc:sldMk cId="3939661720" sldId="317"/>
            <ac:spMk id="10" creationId="{640E7057-8CF7-365F-1DB5-33A47D4FFAB9}"/>
          </ac:spMkLst>
        </pc:spChg>
        <pc:spChg chg="add mod">
          <ac:chgData name="Ryan Kusnadi" userId="4fb58c44f6c6a5cb" providerId="LiveId" clId="{CB48D145-7F78-4649-9ECC-A7A83723D3CB}" dt="2026-10-18T08:20:40.660" v="31429" actId="20577"/>
          <ac:spMkLst>
            <pc:docMk/>
            <pc:sldMk cId="3939661720" sldId="317"/>
            <ac:spMk id="12" creationId="{F106B2C1-24F4-43CF-3D56-01686AA26FDB}"/>
          </ac:spMkLst>
        </pc:spChg>
        <pc:spChg chg="mod">
          <ac:chgData name="Ryan Kusnadi" userId="4fb58c44f6c6a5cb" providerId="LiveId" clId="{CB48D145-7F78-4649-9ECC-A7A83723D3CB}" dt="2026-10-18T06:52:05.224" v="28243" actId="13926"/>
          <ac:spMkLst>
            <pc:docMk/>
            <pc:sldMk cId="3939661720" sldId="317"/>
            <ac:spMk id="18" creationId="{CD8D029F-C4AB-EB03-D32B-C3FAAD74DBF9}"/>
          </ac:spMkLst>
        </pc:spChg>
        <pc:spChg chg="mod">
          <ac:chgData name="Ryan Kusnadi" userId="4fb58c44f6c6a5cb" providerId="LiveId" clId="{CB48D145-7F78-4649-9ECC-A7A83723D3CB}" dt="2026-10-18T06:51:54.634" v="28242" actId="13926"/>
          <ac:spMkLst>
            <pc:docMk/>
            <pc:sldMk cId="3939661720" sldId="317"/>
            <ac:spMk id="43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51:54.634" v="28242" actId="13926"/>
          <ac:spMkLst>
            <pc:docMk/>
            <pc:sldMk cId="3939661720" sldId="317"/>
            <ac:spMk id="46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51:54.634" v="28242" actId="13926"/>
          <ac:spMkLst>
            <pc:docMk/>
            <pc:sldMk cId="3939661720" sldId="317"/>
            <ac:spMk id="47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51:54.634" v="28242" actId="13926"/>
          <ac:spMkLst>
            <pc:docMk/>
            <pc:sldMk cId="3939661720" sldId="317"/>
            <ac:spMk id="50" creationId="{00000000-0000-0000-0000-000000000000}"/>
          </ac:spMkLst>
        </pc:spChg>
        <pc:spChg chg="mod">
          <ac:chgData name="Ryan Kusnadi" userId="4fb58c44f6c6a5cb" providerId="LiveId" clId="{CB48D145-7F78-4649-9ECC-A7A83723D3CB}" dt="2026-10-18T06:53:19.627" v="28248" actId="13926"/>
          <ac:spMkLst>
            <pc:docMk/>
            <pc:sldMk cId="3939661720" sldId="317"/>
            <ac:spMk id="51" creationId="{00000000-0000-0000-0000-000000000000}"/>
          </ac:spMkLst>
        </pc:spChg>
      </pc:sldChg>
      <pc:sldChg chg="add del">
        <pc:chgData name="Ryan Kusnadi" userId="4fb58c44f6c6a5cb" providerId="LiveId" clId="{CB48D145-7F78-4649-9ECC-A7A83723D3CB}" dt="2026-10-18T06:27:51.525" v="27014"/>
        <pc:sldMkLst>
          <pc:docMk/>
          <pc:sldMk cId="4047229523" sldId="317"/>
        </pc:sldMkLst>
      </pc:sldChg>
      <pc:sldChg chg="addSp delSp modSp mod">
        <pc:chgData name="Ryan Kusnadi" userId="4fb58c44f6c6a5cb" providerId="LiveId" clId="{CB48D145-7F78-4649-9ECC-A7A83723D3CB}" dt="2026-10-18T06:40:22.846" v="27431" actId="27636"/>
        <pc:sldMkLst>
          <pc:docMk/>
          <pc:sldMk cId="1474712679" sldId="367"/>
        </pc:sldMkLst>
        <pc:spChg chg="add mod">
          <ac:chgData name="Ryan Kusnadi" userId="4fb58c44f6c6a5cb" providerId="LiveId" clId="{CB48D145-7F78-4649-9ECC-A7A83723D3CB}" dt="2026-10-12T08:13:03.103" v="876" actId="478"/>
          <ac:spMkLst>
            <pc:docMk/>
            <pc:sldMk cId="1474712679" sldId="367"/>
            <ac:spMk id="4" creationId="{D629246C-58A2-875E-4813-99F2C01B6169}"/>
          </ac:spMkLst>
        </pc:spChg>
        <pc:spChg chg="mod">
          <ac:chgData name="Ryan Kusnadi" userId="4fb58c44f6c6a5cb" providerId="LiveId" clId="{CB48D145-7F78-4649-9ECC-A7A83723D3CB}" dt="2026-10-18T06:40:22.846" v="27431" actId="27636"/>
          <ac:spMkLst>
            <pc:docMk/>
            <pc:sldMk cId="1474712679" sldId="367"/>
            <ac:spMk id="7" creationId="{41A7DBAD-4EDB-EF51-C857-5947A59C1F1B}"/>
          </ac:spMkLst>
        </pc:spChg>
        <pc:spChg chg="mod">
          <ac:chgData name="Ryan Kusnadi" userId="4fb58c44f6c6a5cb" providerId="LiveId" clId="{CB48D145-7F78-4649-9ECC-A7A83723D3CB}" dt="2026-10-18T06:40:12.183" v="27427" actId="20577"/>
          <ac:spMkLst>
            <pc:docMk/>
            <pc:sldMk cId="1474712679" sldId="367"/>
            <ac:spMk id="8" creationId="{994D7685-C988-3AB6-7151-F8366EBC202D}"/>
          </ac:spMkLst>
        </pc:spChg>
        <pc:picChg chg="add del mod">
          <ac:chgData name="Ryan Kusnadi" userId="4fb58c44f6c6a5cb" providerId="LiveId" clId="{CB48D145-7F78-4649-9ECC-A7A83723D3CB}" dt="2026-10-12T08:16:23.294" v="1010" actId="1035"/>
          <ac:picMkLst>
            <pc:docMk/>
            <pc:sldMk cId="1474712679" sldId="367"/>
            <ac:picMk id="9" creationId="{C4D19FAB-97FC-F930-76E7-DFDE37AD6044}"/>
          </ac:picMkLst>
        </pc:picChg>
      </pc:sldChg>
      <pc:sldMasterChg chg="modSldLayout">
        <pc:chgData name="Ryan Kusnadi" userId="4fb58c44f6c6a5cb" providerId="LiveId" clId="{CB48D145-7F78-4649-9ECC-A7A83723D3CB}" dt="2026-10-12T08:11:51.597" v="809" actId="14100"/>
        <pc:sldMasterMkLst>
          <pc:docMk/>
          <pc:sldMasterMk cId="0" sldId="2147483699"/>
        </pc:sldMasterMkLst>
        <pc:sldLayoutChg chg="addSp delSp modSp mod">
          <pc:chgData name="Ryan Kusnadi" userId="4fb58c44f6c6a5cb" providerId="LiveId" clId="{CB48D145-7F78-4649-9ECC-A7A83723D3CB}" dt="2026-10-12T08:11:51.597" v="809" actId="14100"/>
          <pc:sldLayoutMkLst>
            <pc:docMk/>
            <pc:sldMasterMk cId="0" sldId="2147483699"/>
            <pc:sldLayoutMk cId="78407710" sldId="2147483702"/>
          </pc:sldLayoutMkLst>
          <pc:spChg chg="add mod ord">
            <ac:chgData name="Ryan Kusnadi" userId="4fb58c44f6c6a5cb" providerId="LiveId" clId="{CB48D145-7F78-4649-9ECC-A7A83723D3CB}" dt="2026-10-12T08:11:51.597" v="809" actId="14100"/>
            <ac:spMkLst>
              <pc:docMk/>
              <pc:sldMasterMk cId="0" sldId="2147483699"/>
              <pc:sldLayoutMk cId="78407710" sldId="2147483702"/>
              <ac:spMk id="9" creationId="{420D66BE-A52D-EA77-BB9E-961CBB18C3B8}"/>
            </ac:spMkLst>
          </pc:spChg>
          <pc:picChg chg="add mod ord modCrop">
            <ac:chgData name="Ryan Kusnadi" userId="4fb58c44f6c6a5cb" providerId="LiveId" clId="{CB48D145-7F78-4649-9ECC-A7A83723D3CB}" dt="2026-10-12T08:11:43.062" v="807" actId="732"/>
            <ac:picMkLst>
              <pc:docMk/>
              <pc:sldMasterMk cId="0" sldId="2147483699"/>
              <pc:sldLayoutMk cId="78407710" sldId="2147483702"/>
              <ac:picMk id="4" creationId="{93A5CB95-63CB-C77C-B05D-D19C30384748}"/>
            </ac:picMkLst>
          </pc:picChg>
        </pc:sldLayoutChg>
      </pc:sldMasterChg>
    </pc:docChg>
  </pc:docChgLst>
  <pc:docChgLst>
    <pc:chgData name="Razaan Rasyid" userId="99fbae82dd97ec24" providerId="LiveId" clId="{B75DBBDD-9671-4A08-8AD8-7B232197D4B4}"/>
    <pc:docChg chg="undo redo custSel addSld modSld modSection">
      <pc:chgData name="Razaan Rasyid" userId="99fbae82dd97ec24" providerId="LiveId" clId="{B75DBBDD-9671-4A08-8AD8-7B232197D4B4}" dt="2026-10-18T14:54:54.183" v="6626" actId="14100"/>
      <pc:docMkLst>
        <pc:docMk/>
      </pc:docMkLst>
      <pc:sldChg chg="addSp delSp modSp mod">
        <pc:chgData name="Razaan Rasyid" userId="99fbae82dd97ec24" providerId="LiveId" clId="{B75DBBDD-9671-4A08-8AD8-7B232197D4B4}" dt="2026-10-18T14:40:00.992" v="6541" actId="1076"/>
        <pc:sldMkLst>
          <pc:docMk/>
          <pc:sldMk cId="2954314117" sldId="277"/>
        </pc:sldMkLst>
        <pc:spChg chg="mod">
          <ac:chgData name="Razaan Rasyid" userId="99fbae82dd97ec24" providerId="LiveId" clId="{B75DBBDD-9671-4A08-8AD8-7B232197D4B4}" dt="2026-10-18T13:52:09.988" v="6310"/>
          <ac:spMkLst>
            <pc:docMk/>
            <pc:sldMk cId="2954314117" sldId="277"/>
            <ac:spMk id="2" creationId="{1A07B440-9BA3-2467-7EF6-2850C98665D3}"/>
          </ac:spMkLst>
        </pc:spChg>
        <pc:spChg chg="mod">
          <ac:chgData name="Razaan Rasyid" userId="99fbae82dd97ec24" providerId="LiveId" clId="{B75DBBDD-9671-4A08-8AD8-7B232197D4B4}" dt="2026-10-18T04:28:31.953" v="1645"/>
          <ac:spMkLst>
            <pc:docMk/>
            <pc:sldMk cId="2954314117" sldId="277"/>
            <ac:spMk id="7" creationId="{929489BA-8FB7-C2EE-F019-43B6B27E77D1}"/>
          </ac:spMkLst>
        </pc:spChg>
        <pc:spChg chg="add del mod">
          <ac:chgData name="Razaan Rasyid" userId="99fbae82dd97ec24" providerId="LiveId" clId="{B75DBBDD-9671-4A08-8AD8-7B232197D4B4}" dt="2026-10-18T14:39:46.283" v="6539" actId="1076"/>
          <ac:spMkLst>
            <pc:docMk/>
            <pc:sldMk cId="2954314117" sldId="277"/>
            <ac:spMk id="8" creationId="{61D39A92-FC1E-A6DF-3DC2-997B084365B7}"/>
          </ac:spMkLst>
        </pc:spChg>
        <pc:spChg chg="del mod">
          <ac:chgData name="Razaan Rasyid" userId="99fbae82dd97ec24" providerId="LiveId" clId="{B75DBBDD-9671-4A08-8AD8-7B232197D4B4}" dt="2026-10-18T04:21:37.100" v="1607" actId="478"/>
          <ac:spMkLst>
            <pc:docMk/>
            <pc:sldMk cId="2954314117" sldId="277"/>
            <ac:spMk id="8" creationId="{DBE1F324-20C9-3146-8645-F514CC4FF0AA}"/>
          </ac:spMkLst>
        </pc:spChg>
        <pc:spChg chg="mod">
          <ac:chgData name="Razaan Rasyid" userId="99fbae82dd97ec24" providerId="LiveId" clId="{B75DBBDD-9671-4A08-8AD8-7B232197D4B4}" dt="2026-10-18T13:51:48.079" v="6308"/>
          <ac:spMkLst>
            <pc:docMk/>
            <pc:sldMk cId="2954314117" sldId="277"/>
            <ac:spMk id="10" creationId="{C1D05203-02AF-2D60-A32A-7EEE59938CFD}"/>
          </ac:spMkLst>
        </pc:spChg>
        <pc:spChg chg="mod">
          <ac:chgData name="Razaan Rasyid" userId="99fbae82dd97ec24" providerId="LiveId" clId="{B75DBBDD-9671-4A08-8AD8-7B232197D4B4}" dt="2026-10-18T13:58:32.624" v="6351" actId="1036"/>
          <ac:spMkLst>
            <pc:docMk/>
            <pc:sldMk cId="2954314117" sldId="277"/>
            <ac:spMk id="11" creationId="{0EEDAC57-94B2-DBBB-9F43-9F006BE4C70F}"/>
          </ac:spMkLst>
        </pc:spChg>
        <pc:spChg chg="mod">
          <ac:chgData name="Razaan Rasyid" userId="99fbae82dd97ec24" providerId="LiveId" clId="{B75DBBDD-9671-4A08-8AD8-7B232197D4B4}" dt="2026-10-18T14:40:00.992" v="6541" actId="1076"/>
          <ac:spMkLst>
            <pc:docMk/>
            <pc:sldMk cId="2954314117" sldId="277"/>
            <ac:spMk id="12" creationId="{DF9DD085-8C6C-D2EE-D161-D1864DDB2EDF}"/>
          </ac:spMkLst>
        </pc:spChg>
        <pc:spChg chg="add mod topLvl">
          <ac:chgData name="Razaan Rasyid" userId="99fbae82dd97ec24" providerId="LiveId" clId="{B75DBBDD-9671-4A08-8AD8-7B232197D4B4}" dt="2026-10-18T04:04:24.372" v="1188" actId="1035"/>
          <ac:spMkLst>
            <pc:docMk/>
            <pc:sldMk cId="2954314117" sldId="277"/>
            <ac:spMk id="18" creationId="{BBAE0118-2D0F-C9C8-A633-079424F819DC}"/>
          </ac:spMkLst>
        </pc:spChg>
        <pc:spChg chg="mod">
          <ac:chgData name="Razaan Rasyid" userId="99fbae82dd97ec24" providerId="LiveId" clId="{B75DBBDD-9671-4A08-8AD8-7B232197D4B4}" dt="2026-10-18T04:02:52.585" v="1152" actId="20577"/>
          <ac:spMkLst>
            <pc:docMk/>
            <pc:sldMk cId="2954314117" sldId="277"/>
            <ac:spMk id="21" creationId="{03870432-A27F-62FF-CD1C-486006D41DAC}"/>
          </ac:spMkLst>
        </pc:spChg>
        <pc:spChg chg="add mod">
          <ac:chgData name="Razaan Rasyid" userId="99fbae82dd97ec24" providerId="LiveId" clId="{B75DBBDD-9671-4A08-8AD8-7B232197D4B4}" dt="2026-10-18T04:04:02.482" v="1176" actId="1035"/>
          <ac:spMkLst>
            <pc:docMk/>
            <pc:sldMk cId="2954314117" sldId="277"/>
            <ac:spMk id="22" creationId="{D79AAFB7-A940-AC4B-5B1B-2EC5DB02163F}"/>
          </ac:spMkLst>
        </pc:spChg>
        <pc:spChg chg="mod">
          <ac:chgData name="Razaan Rasyid" userId="99fbae82dd97ec24" providerId="LiveId" clId="{B75DBBDD-9671-4A08-8AD8-7B232197D4B4}" dt="2026-10-18T04:01:28.392" v="1147" actId="12789"/>
          <ac:spMkLst>
            <pc:docMk/>
            <pc:sldMk cId="2954314117" sldId="277"/>
            <ac:spMk id="24" creationId="{F25FD3E3-967E-71B7-CDF7-BE44D9AFECA9}"/>
          </ac:spMkLst>
        </pc:spChg>
        <pc:spChg chg="add del mod">
          <ac:chgData name="Razaan Rasyid" userId="99fbae82dd97ec24" providerId="LiveId" clId="{B75DBBDD-9671-4A08-8AD8-7B232197D4B4}" dt="2026-10-18T04:21:39.434" v="1608" actId="478"/>
          <ac:spMkLst>
            <pc:docMk/>
            <pc:sldMk cId="2954314117" sldId="277"/>
            <ac:spMk id="25" creationId="{6AE7571D-C93B-1F97-E3F9-F1F9B6C2F435}"/>
          </ac:spMkLst>
        </pc:spChg>
        <pc:spChg chg="mod">
          <ac:chgData name="Razaan Rasyid" userId="99fbae82dd97ec24" providerId="LiveId" clId="{B75DBBDD-9671-4A08-8AD8-7B232197D4B4}" dt="2026-10-18T04:03:02.503" v="1159" actId="20577"/>
          <ac:spMkLst>
            <pc:docMk/>
            <pc:sldMk cId="2954314117" sldId="277"/>
            <ac:spMk id="26" creationId="{D5723424-A534-DE72-CF50-9D598F44AC32}"/>
          </ac:spMkLst>
        </pc:spChg>
        <pc:spChg chg="mod">
          <ac:chgData name="Razaan Rasyid" userId="99fbae82dd97ec24" providerId="LiveId" clId="{B75DBBDD-9671-4A08-8AD8-7B232197D4B4}" dt="2026-10-18T14:16:54.664" v="6469" actId="20577"/>
          <ac:spMkLst>
            <pc:docMk/>
            <pc:sldMk cId="2954314117" sldId="277"/>
            <ac:spMk id="28" creationId="{DA60757E-D71F-3C30-7519-C82BA40115A8}"/>
          </ac:spMkLst>
        </pc:spChg>
        <pc:spChg chg="add del">
          <ac:chgData name="Razaan Rasyid" userId="99fbae82dd97ec24" providerId="LiveId" clId="{B75DBBDD-9671-4A08-8AD8-7B232197D4B4}" dt="2026-10-18T04:00:41.247" v="1132" actId="11529"/>
          <ac:spMkLst>
            <pc:docMk/>
            <pc:sldMk cId="2954314117" sldId="277"/>
            <ac:spMk id="34" creationId="{A6E0FC7B-7AB6-CCB9-4B7A-CCD86F5A2EDF}"/>
          </ac:spMkLst>
        </pc:spChg>
        <pc:spChg chg="mod">
          <ac:chgData name="Razaan Rasyid" userId="99fbae82dd97ec24" providerId="LiveId" clId="{B75DBBDD-9671-4A08-8AD8-7B232197D4B4}" dt="2026-10-18T04:03:08.535" v="1163" actId="20577"/>
          <ac:spMkLst>
            <pc:docMk/>
            <pc:sldMk cId="2954314117" sldId="277"/>
            <ac:spMk id="37" creationId="{C7D241AA-0D93-986B-28B7-8DC655DB63E1}"/>
          </ac:spMkLst>
        </pc:spChg>
        <pc:spChg chg="mod">
          <ac:chgData name="Razaan Rasyid" userId="99fbae82dd97ec24" providerId="LiveId" clId="{B75DBBDD-9671-4A08-8AD8-7B232197D4B4}" dt="2026-10-18T04:01:24.152" v="1146" actId="12789"/>
          <ac:spMkLst>
            <pc:docMk/>
            <pc:sldMk cId="2954314117" sldId="277"/>
            <ac:spMk id="38" creationId="{5B845112-6F92-AEAA-CE34-AA21B472C699}"/>
          </ac:spMkLst>
        </pc:spChg>
        <pc:spChg chg="mod">
          <ac:chgData name="Razaan Rasyid" userId="99fbae82dd97ec24" providerId="LiveId" clId="{B75DBBDD-9671-4A08-8AD8-7B232197D4B4}" dt="2026-10-18T04:03:13.410" v="1167" actId="20577"/>
          <ac:spMkLst>
            <pc:docMk/>
            <pc:sldMk cId="2954314117" sldId="277"/>
            <ac:spMk id="39" creationId="{1B6D33D6-38A4-84EC-09B7-DCA51B0FDBEF}"/>
          </ac:spMkLst>
        </pc:spChg>
        <pc:spChg chg="add del mod">
          <ac:chgData name="Razaan Rasyid" userId="99fbae82dd97ec24" providerId="LiveId" clId="{B75DBBDD-9671-4A08-8AD8-7B232197D4B4}" dt="2026-10-18T13:51:53.006" v="6309" actId="478"/>
          <ac:spMkLst>
            <pc:docMk/>
            <pc:sldMk cId="2954314117" sldId="277"/>
            <ac:spMk id="42" creationId="{B2C248A3-2F4D-932B-D054-EEC667572956}"/>
          </ac:spMkLst>
        </pc:spChg>
        <pc:grpChg chg="add mod">
          <ac:chgData name="Razaan Rasyid" userId="99fbae82dd97ec24" providerId="LiveId" clId="{B75DBBDD-9671-4A08-8AD8-7B232197D4B4}" dt="2026-10-18T04:04:24.372" v="1188" actId="1035"/>
          <ac:grpSpMkLst>
            <pc:docMk/>
            <pc:sldMk cId="2954314117" sldId="277"/>
            <ac:grpSpMk id="20" creationId="{C1450F4E-7F34-9483-13EA-A0900BDFA3A5}"/>
          </ac:grpSpMkLst>
        </pc:grpChg>
        <pc:grpChg chg="add del mod">
          <ac:chgData name="Razaan Rasyid" userId="99fbae82dd97ec24" providerId="LiveId" clId="{B75DBBDD-9671-4A08-8AD8-7B232197D4B4}" dt="2026-10-18T03:12:10.255" v="95" actId="165"/>
          <ac:grpSpMkLst>
            <pc:docMk/>
            <pc:sldMk cId="2954314117" sldId="277"/>
            <ac:grpSpMk id="20" creationId="{CAA94AE0-4F9A-FCFC-772D-E5BB57074A75}"/>
          </ac:grpSpMkLst>
        </pc:grpChg>
        <pc:grpChg chg="del mod">
          <ac:chgData name="Razaan Rasyid" userId="99fbae82dd97ec24" providerId="LiveId" clId="{B75DBBDD-9671-4A08-8AD8-7B232197D4B4}" dt="2026-10-18T13:51:43.388" v="6307" actId="478"/>
          <ac:grpSpMkLst>
            <pc:docMk/>
            <pc:sldMk cId="2954314117" sldId="277"/>
            <ac:grpSpMk id="29" creationId="{722CC392-8D0C-0C45-CA0B-4C99897C0E05}"/>
          </ac:grpSpMkLst>
        </pc:grpChg>
        <pc:grpChg chg="mod ord">
          <ac:chgData name="Razaan Rasyid" userId="99fbae82dd97ec24" providerId="LiveId" clId="{B75DBBDD-9671-4A08-8AD8-7B232197D4B4}" dt="2026-10-18T13:51:48.079" v="6308"/>
          <ac:grpSpMkLst>
            <pc:docMk/>
            <pc:sldMk cId="2954314117" sldId="277"/>
            <ac:grpSpMk id="35" creationId="{4BB4EE6B-77E1-A1B4-37CD-D33DB606E973}"/>
          </ac:grpSpMkLst>
        </pc:grpChg>
        <pc:grpChg chg="add mod">
          <ac:chgData name="Razaan Rasyid" userId="99fbae82dd97ec24" providerId="LiveId" clId="{B75DBBDD-9671-4A08-8AD8-7B232197D4B4}" dt="2026-10-18T04:01:59.304" v="1148" actId="553"/>
          <ac:grpSpMkLst>
            <pc:docMk/>
            <pc:sldMk cId="2954314117" sldId="277"/>
            <ac:grpSpMk id="36" creationId="{B909B229-82A4-1C91-8CA1-7C1D68483A99}"/>
          </ac:grpSpMkLst>
        </pc:grpChg>
        <pc:graphicFrameChg chg="add mod">
          <ac:chgData name="Razaan Rasyid" userId="99fbae82dd97ec24" providerId="LiveId" clId="{B75DBBDD-9671-4A08-8AD8-7B232197D4B4}" dt="2026-10-18T04:04:24.372" v="1188" actId="1035"/>
          <ac:graphicFrameMkLst>
            <pc:docMk/>
            <pc:sldMk cId="2954314117" sldId="277"/>
            <ac:graphicFrameMk id="13" creationId="{FB5BB2BE-2101-2AC2-10AF-6B50A404EE43}"/>
          </ac:graphicFrameMkLst>
        </pc:graphicFrameChg>
        <pc:graphicFrameChg chg="add mod">
          <ac:chgData name="Razaan Rasyid" userId="99fbae82dd97ec24" providerId="LiveId" clId="{B75DBBDD-9671-4A08-8AD8-7B232197D4B4}" dt="2026-10-18T04:01:24.152" v="1146" actId="12789"/>
          <ac:graphicFrameMkLst>
            <pc:docMk/>
            <pc:sldMk cId="2954314117" sldId="277"/>
            <ac:graphicFrameMk id="17" creationId="{1D3FF28C-8FFB-4B1C-9F1E-42A03681081A}"/>
          </ac:graphicFrameMkLst>
        </pc:graphicFrameChg>
        <pc:picChg chg="del mod">
          <ac:chgData name="Razaan Rasyid" userId="99fbae82dd97ec24" providerId="LiveId" clId="{B75DBBDD-9671-4A08-8AD8-7B232197D4B4}" dt="2026-10-18T04:21:37.100" v="1607" actId="478"/>
          <ac:picMkLst>
            <pc:docMk/>
            <pc:sldMk cId="2954314117" sldId="277"/>
            <ac:picMk id="16" creationId="{DE97289E-15B9-3984-6E04-A0C20FB5AE0A}"/>
          </ac:picMkLst>
        </pc:picChg>
        <pc:cxnChg chg="mod">
          <ac:chgData name="Razaan Rasyid" userId="99fbae82dd97ec24" providerId="LiveId" clId="{B75DBBDD-9671-4A08-8AD8-7B232197D4B4}" dt="2026-10-18T13:51:48.079" v="6308"/>
          <ac:cxnSpMkLst>
            <pc:docMk/>
            <pc:sldMk cId="2954314117" sldId="277"/>
            <ac:cxnSpMk id="9" creationId="{53F18C9A-1BB3-487F-5609-613A6FAC33D0}"/>
          </ac:cxnSpMkLst>
        </pc:cxnChg>
        <pc:cxnChg chg="add mod topLvl">
          <ac:chgData name="Razaan Rasyid" userId="99fbae82dd97ec24" providerId="LiveId" clId="{B75DBBDD-9671-4A08-8AD8-7B232197D4B4}" dt="2026-10-18T04:04:24.372" v="1188" actId="1035"/>
          <ac:cxnSpMkLst>
            <pc:docMk/>
            <pc:sldMk cId="2954314117" sldId="277"/>
            <ac:cxnSpMk id="19" creationId="{ADC149FA-E6EA-EBBC-A465-2087C416C74D}"/>
          </ac:cxnSpMkLst>
        </pc:cxnChg>
        <pc:cxnChg chg="add mod">
          <ac:chgData name="Razaan Rasyid" userId="99fbae82dd97ec24" providerId="LiveId" clId="{B75DBBDD-9671-4A08-8AD8-7B232197D4B4}" dt="2026-10-18T04:04:02.482" v="1176" actId="1035"/>
          <ac:cxnSpMkLst>
            <pc:docMk/>
            <pc:sldMk cId="2954314117" sldId="277"/>
            <ac:cxnSpMk id="23" creationId="{CC428222-AD59-0615-96EE-83BD7ACC9FFC}"/>
          </ac:cxnSpMkLst>
        </pc:cxnChg>
        <pc:cxnChg chg="mod">
          <ac:chgData name="Razaan Rasyid" userId="99fbae82dd97ec24" providerId="LiveId" clId="{B75DBBDD-9671-4A08-8AD8-7B232197D4B4}" dt="2026-10-18T04:01:28.392" v="1147" actId="12789"/>
          <ac:cxnSpMkLst>
            <pc:docMk/>
            <pc:sldMk cId="2954314117" sldId="277"/>
            <ac:cxnSpMk id="27" creationId="{A9552763-EC14-80B8-BE6D-DB5766E19C46}"/>
          </ac:cxnSpMkLst>
        </pc:cxnChg>
        <pc:cxnChg chg="mod">
          <ac:chgData name="Razaan Rasyid" userId="99fbae82dd97ec24" providerId="LiveId" clId="{B75DBBDD-9671-4A08-8AD8-7B232197D4B4}" dt="2026-10-18T04:01:28.392" v="1147" actId="12789"/>
          <ac:cxnSpMkLst>
            <pc:docMk/>
            <pc:sldMk cId="2954314117" sldId="277"/>
            <ac:cxnSpMk id="33" creationId="{9480C205-74F4-F1D7-2519-42AFD9232DFC}"/>
          </ac:cxnSpMkLst>
        </pc:cxnChg>
        <pc:cxnChg chg="mod">
          <ac:chgData name="Razaan Rasyid" userId="99fbae82dd97ec24" providerId="LiveId" clId="{B75DBBDD-9671-4A08-8AD8-7B232197D4B4}" dt="2026-10-18T04:01:24.152" v="1146" actId="12789"/>
          <ac:cxnSpMkLst>
            <pc:docMk/>
            <pc:sldMk cId="2954314117" sldId="277"/>
            <ac:cxnSpMk id="40" creationId="{5FE99271-1BF2-5E50-1CE2-F0A7BB955D77}"/>
          </ac:cxnSpMkLst>
        </pc:cxnChg>
        <pc:cxnChg chg="mod">
          <ac:chgData name="Razaan Rasyid" userId="99fbae82dd97ec24" providerId="LiveId" clId="{B75DBBDD-9671-4A08-8AD8-7B232197D4B4}" dt="2026-10-18T04:01:24.152" v="1146" actId="12789"/>
          <ac:cxnSpMkLst>
            <pc:docMk/>
            <pc:sldMk cId="2954314117" sldId="277"/>
            <ac:cxnSpMk id="41" creationId="{1B964B1D-13DA-30D1-DB61-95A87D13F09B}"/>
          </ac:cxnSpMkLst>
        </pc:cxnChg>
      </pc:sldChg>
      <pc:sldChg chg="addSp delSp modSp add mod">
        <pc:chgData name="Razaan Rasyid" userId="99fbae82dd97ec24" providerId="LiveId" clId="{B75DBBDD-9671-4A08-8AD8-7B232197D4B4}" dt="2026-10-18T05:40:21.148" v="2361" actId="207"/>
        <pc:sldMkLst>
          <pc:docMk/>
          <pc:sldMk cId="1171484419" sldId="283"/>
        </pc:sldMkLst>
        <pc:spChg chg="mod topLvl">
          <ac:chgData name="Razaan Rasyid" userId="99fbae82dd97ec24" providerId="LiveId" clId="{B75DBBDD-9671-4A08-8AD8-7B232197D4B4}" dt="2026-10-18T05:06:32.732" v="2046" actId="1076"/>
          <ac:spMkLst>
            <pc:docMk/>
            <pc:sldMk cId="1171484419" sldId="283"/>
            <ac:spMk id="7" creationId="{5702FA5A-D151-AA06-3A77-928FB92ED464}"/>
          </ac:spMkLst>
        </pc:spChg>
        <pc:spChg chg="del mod topLvl">
          <ac:chgData name="Razaan Rasyid" userId="99fbae82dd97ec24" providerId="LiveId" clId="{B75DBBDD-9671-4A08-8AD8-7B232197D4B4}" dt="2026-10-18T03:46:25.907" v="634" actId="478"/>
          <ac:spMkLst>
            <pc:docMk/>
            <pc:sldMk cId="1171484419" sldId="283"/>
            <ac:spMk id="8" creationId="{337AD91D-AFAB-0DC2-EE0E-8054253BFA94}"/>
          </ac:spMkLst>
        </pc:spChg>
        <pc:spChg chg="add mod">
          <ac:chgData name="Razaan Rasyid" userId="99fbae82dd97ec24" providerId="LiveId" clId="{B75DBBDD-9671-4A08-8AD8-7B232197D4B4}" dt="2026-10-18T05:07:13.182" v="2055" actId="554"/>
          <ac:spMkLst>
            <pc:docMk/>
            <pc:sldMk cId="1171484419" sldId="283"/>
            <ac:spMk id="12" creationId="{F21767F3-C8DB-E0B4-4324-05F7A57987E3}"/>
          </ac:spMkLst>
        </pc:spChg>
        <pc:spChg chg="mod ord">
          <ac:chgData name="Razaan Rasyid" userId="99fbae82dd97ec24" providerId="LiveId" clId="{B75DBBDD-9671-4A08-8AD8-7B232197D4B4}" dt="2026-10-18T05:24:32.807" v="2251" actId="1076"/>
          <ac:spMkLst>
            <pc:docMk/>
            <pc:sldMk cId="1171484419" sldId="283"/>
            <ac:spMk id="13" creationId="{55D3DD5E-FD1F-ED84-8F8A-FC89DC1F3478}"/>
          </ac:spMkLst>
        </pc:spChg>
        <pc:spChg chg="add mod">
          <ac:chgData name="Razaan Rasyid" userId="99fbae82dd97ec24" providerId="LiveId" clId="{B75DBBDD-9671-4A08-8AD8-7B232197D4B4}" dt="2026-10-18T05:31:15.105" v="2324" actId="20577"/>
          <ac:spMkLst>
            <pc:docMk/>
            <pc:sldMk cId="1171484419" sldId="283"/>
            <ac:spMk id="15" creationId="{01266703-71EE-BB86-2ADF-685B327C731F}"/>
          </ac:spMkLst>
        </pc:spChg>
        <pc:spChg chg="add del">
          <ac:chgData name="Razaan Rasyid" userId="99fbae82dd97ec24" providerId="LiveId" clId="{B75DBBDD-9671-4A08-8AD8-7B232197D4B4}" dt="2026-10-18T04:53:16.758" v="2012" actId="11529"/>
          <ac:spMkLst>
            <pc:docMk/>
            <pc:sldMk cId="1171484419" sldId="283"/>
            <ac:spMk id="18" creationId="{0D138F25-33B8-6E40-AB58-99B4BCAFA10E}"/>
          </ac:spMkLst>
        </pc:spChg>
        <pc:spChg chg="add del">
          <ac:chgData name="Razaan Rasyid" userId="99fbae82dd97ec24" providerId="LiveId" clId="{B75DBBDD-9671-4A08-8AD8-7B232197D4B4}" dt="2026-10-18T04:53:30.046" v="2014" actId="11529"/>
          <ac:spMkLst>
            <pc:docMk/>
            <pc:sldMk cId="1171484419" sldId="283"/>
            <ac:spMk id="19" creationId="{D5BA1571-EF71-7447-CD8F-69EFB2CC4051}"/>
          </ac:spMkLst>
        </pc:spChg>
        <pc:spChg chg="add mod">
          <ac:chgData name="Razaan Rasyid" userId="99fbae82dd97ec24" providerId="LiveId" clId="{B75DBBDD-9671-4A08-8AD8-7B232197D4B4}" dt="2026-10-18T05:37:26.834" v="2346" actId="555"/>
          <ac:spMkLst>
            <pc:docMk/>
            <pc:sldMk cId="1171484419" sldId="283"/>
            <ac:spMk id="20" creationId="{335DD3B3-D54C-8740-CF1C-42604BF5953D}"/>
          </ac:spMkLst>
        </pc:spChg>
        <pc:spChg chg="add mod">
          <ac:chgData name="Razaan Rasyid" userId="99fbae82dd97ec24" providerId="LiveId" clId="{B75DBBDD-9671-4A08-8AD8-7B232197D4B4}" dt="2026-10-18T05:38:31.165" v="2357" actId="554"/>
          <ac:spMkLst>
            <pc:docMk/>
            <pc:sldMk cId="1171484419" sldId="283"/>
            <ac:spMk id="22" creationId="{13ECD767-403F-7DF5-CAFB-C9A141DBC902}"/>
          </ac:spMkLst>
        </pc:spChg>
        <pc:spChg chg="mod">
          <ac:chgData name="Razaan Rasyid" userId="99fbae82dd97ec24" providerId="LiveId" clId="{B75DBBDD-9671-4A08-8AD8-7B232197D4B4}" dt="2026-10-18T05:33:55.728" v="2327" actId="27107"/>
          <ac:spMkLst>
            <pc:docMk/>
            <pc:sldMk cId="1171484419" sldId="283"/>
            <ac:spMk id="23" creationId="{7452B100-A871-52AA-D447-D1A479064ACD}"/>
          </ac:spMkLst>
        </pc:spChg>
        <pc:spChg chg="add mod">
          <ac:chgData name="Razaan Rasyid" userId="99fbae82dd97ec24" providerId="LiveId" clId="{B75DBBDD-9671-4A08-8AD8-7B232197D4B4}" dt="2026-10-18T05:38:55.809" v="2360" actId="555"/>
          <ac:spMkLst>
            <pc:docMk/>
            <pc:sldMk cId="1171484419" sldId="283"/>
            <ac:spMk id="24" creationId="{34717971-755E-5B4D-97CA-61243FCB8D15}"/>
          </ac:spMkLst>
        </pc:spChg>
        <pc:spChg chg="add mod">
          <ac:chgData name="Razaan Rasyid" userId="99fbae82dd97ec24" providerId="LiveId" clId="{B75DBBDD-9671-4A08-8AD8-7B232197D4B4}" dt="2026-10-18T05:07:18.173" v="2064" actId="20577"/>
          <ac:spMkLst>
            <pc:docMk/>
            <pc:sldMk cId="1171484419" sldId="283"/>
            <ac:spMk id="26" creationId="{F3840FC5-1A6C-30C7-5A43-67F62865AEE0}"/>
          </ac:spMkLst>
        </pc:spChg>
        <pc:spChg chg="add mod">
          <ac:chgData name="Razaan Rasyid" userId="99fbae82dd97ec24" providerId="LiveId" clId="{B75DBBDD-9671-4A08-8AD8-7B232197D4B4}" dt="2026-10-18T05:28:31.574" v="2316" actId="113"/>
          <ac:spMkLst>
            <pc:docMk/>
            <pc:sldMk cId="1171484419" sldId="283"/>
            <ac:spMk id="29" creationId="{22A49B6A-3973-A0A3-DC53-9DEBC9909F87}"/>
          </ac:spMkLst>
        </pc:spChg>
        <pc:spChg chg="add mod">
          <ac:chgData name="Razaan Rasyid" userId="99fbae82dd97ec24" providerId="LiveId" clId="{B75DBBDD-9671-4A08-8AD8-7B232197D4B4}" dt="2026-10-18T05:28:26.161" v="2315" actId="113"/>
          <ac:spMkLst>
            <pc:docMk/>
            <pc:sldMk cId="1171484419" sldId="283"/>
            <ac:spMk id="31" creationId="{0921039C-F951-3EE5-8D33-DA3DEA6688D9}"/>
          </ac:spMkLst>
        </pc:spChg>
        <pc:spChg chg="add mod ord">
          <ac:chgData name="Razaan Rasyid" userId="99fbae82dd97ec24" providerId="LiveId" clId="{B75DBBDD-9671-4A08-8AD8-7B232197D4B4}" dt="2026-10-18T05:33:19.636" v="2326"/>
          <ac:spMkLst>
            <pc:docMk/>
            <pc:sldMk cId="1171484419" sldId="283"/>
            <ac:spMk id="34" creationId="{BCB04985-0F05-18E5-3945-6B5B1B4C906E}"/>
          </ac:spMkLst>
        </pc:spChg>
        <pc:spChg chg="add mod">
          <ac:chgData name="Razaan Rasyid" userId="99fbae82dd97ec24" providerId="LiveId" clId="{B75DBBDD-9671-4A08-8AD8-7B232197D4B4}" dt="2026-10-18T05:38:21.273" v="2356" actId="553"/>
          <ac:spMkLst>
            <pc:docMk/>
            <pc:sldMk cId="1171484419" sldId="283"/>
            <ac:spMk id="36" creationId="{2504A62E-66D8-DCB6-B793-99C95416595F}"/>
          </ac:spMkLst>
        </pc:spChg>
        <pc:spChg chg="add mod">
          <ac:chgData name="Razaan Rasyid" userId="99fbae82dd97ec24" providerId="LiveId" clId="{B75DBBDD-9671-4A08-8AD8-7B232197D4B4}" dt="2026-10-18T05:38:50.559" v="2359" actId="552"/>
          <ac:spMkLst>
            <pc:docMk/>
            <pc:sldMk cId="1171484419" sldId="283"/>
            <ac:spMk id="38" creationId="{830C7EC8-7CD1-251A-454C-F65CB4EAC272}"/>
          </ac:spMkLst>
        </pc:spChg>
        <pc:spChg chg="add mod">
          <ac:chgData name="Razaan Rasyid" userId="99fbae82dd97ec24" providerId="LiveId" clId="{B75DBBDD-9671-4A08-8AD8-7B232197D4B4}" dt="2026-10-18T05:38:55.809" v="2360" actId="555"/>
          <ac:spMkLst>
            <pc:docMk/>
            <pc:sldMk cId="1171484419" sldId="283"/>
            <ac:spMk id="40" creationId="{04EC3DF7-4940-2142-E00D-ECCADB1ABE1E}"/>
          </ac:spMkLst>
        </pc:spChg>
        <pc:grpChg chg="del">
          <ac:chgData name="Razaan Rasyid" userId="99fbae82dd97ec24" providerId="LiveId" clId="{B75DBBDD-9671-4A08-8AD8-7B232197D4B4}" dt="2026-10-18T03:46:23.172" v="633" actId="165"/>
          <ac:grpSpMkLst>
            <pc:docMk/>
            <pc:sldMk cId="1171484419" sldId="283"/>
            <ac:grpSpMk id="11" creationId="{B6B527D3-F7F8-25FC-4649-7A79CC7496EC}"/>
          </ac:grpSpMkLst>
        </pc:grpChg>
        <pc:grpChg chg="add mod">
          <ac:chgData name="Razaan Rasyid" userId="99fbae82dd97ec24" providerId="LiveId" clId="{B75DBBDD-9671-4A08-8AD8-7B232197D4B4}" dt="2026-10-18T05:07:02.524" v="2052" actId="554"/>
          <ac:grpSpMkLst>
            <pc:docMk/>
            <pc:sldMk cId="1171484419" sldId="283"/>
            <ac:grpSpMk id="16" creationId="{FB16AE0C-B34B-F463-C7AB-31D64BDA8918}"/>
          </ac:grpSpMkLst>
        </pc:grpChg>
        <pc:grpChg chg="add mod">
          <ac:chgData name="Razaan Rasyid" userId="99fbae82dd97ec24" providerId="LiveId" clId="{B75DBBDD-9671-4A08-8AD8-7B232197D4B4}" dt="2026-10-18T05:30:50.725" v="2318"/>
          <ac:grpSpMkLst>
            <pc:docMk/>
            <pc:sldMk cId="1171484419" sldId="283"/>
            <ac:grpSpMk id="19" creationId="{7AA8E269-F8D5-7811-9D9F-6E786A2FECB8}"/>
          </ac:grpSpMkLst>
        </pc:grpChg>
        <pc:graphicFrameChg chg="add mod">
          <ac:chgData name="Razaan Rasyid" userId="99fbae82dd97ec24" providerId="LiveId" clId="{B75DBBDD-9671-4A08-8AD8-7B232197D4B4}" dt="2026-10-18T05:22:45.964" v="2221" actId="1035"/>
          <ac:graphicFrameMkLst>
            <pc:docMk/>
            <pc:sldMk cId="1171484419" sldId="283"/>
            <ac:graphicFrameMk id="6" creationId="{398A6E67-7140-E865-7BDB-CDE5FFED5A3B}"/>
          </ac:graphicFrameMkLst>
        </pc:graphicFrameChg>
        <pc:graphicFrameChg chg="add del mod">
          <ac:chgData name="Razaan Rasyid" userId="99fbae82dd97ec24" providerId="LiveId" clId="{B75DBBDD-9671-4A08-8AD8-7B232197D4B4}" dt="2026-10-18T05:19:12.084" v="2093" actId="478"/>
          <ac:graphicFrameMkLst>
            <pc:docMk/>
            <pc:sldMk cId="1171484419" sldId="283"/>
            <ac:graphicFrameMk id="10" creationId="{1F43D3C9-0BD4-3FB6-E6EB-91CD4F3A54BA}"/>
          </ac:graphicFrameMkLst>
        </pc:graphicFrameChg>
        <pc:graphicFrameChg chg="add mod modGraphic">
          <ac:chgData name="Razaan Rasyid" userId="99fbae82dd97ec24" providerId="LiveId" clId="{B75DBBDD-9671-4A08-8AD8-7B232197D4B4}" dt="2026-10-18T05:22:17.052" v="2211" actId="555"/>
          <ac:graphicFrameMkLst>
            <pc:docMk/>
            <pc:sldMk cId="1171484419" sldId="283"/>
            <ac:graphicFrameMk id="17" creationId="{903868F8-EE4A-3A7F-C41F-FBD31D43B27C}"/>
          </ac:graphicFrameMkLst>
        </pc:graphicFrameChg>
        <pc:graphicFrameChg chg="add mod modGraphic">
          <ac:chgData name="Razaan Rasyid" userId="99fbae82dd97ec24" providerId="LiveId" clId="{B75DBBDD-9671-4A08-8AD8-7B232197D4B4}" dt="2026-10-18T05:40:21.148" v="2361" actId="207"/>
          <ac:graphicFrameMkLst>
            <pc:docMk/>
            <pc:sldMk cId="1171484419" sldId="283"/>
            <ac:graphicFrameMk id="18" creationId="{C0DB9DD6-9299-92AD-9E9D-54DB122C40D4}"/>
          </ac:graphicFrameMkLst>
        </pc:graphicFrameChg>
        <pc:graphicFrameChg chg="add mod">
          <ac:chgData name="Razaan Rasyid" userId="99fbae82dd97ec24" providerId="LiveId" clId="{B75DBBDD-9671-4A08-8AD8-7B232197D4B4}" dt="2026-10-18T05:35:30.373" v="2339" actId="14100"/>
          <ac:graphicFrameMkLst>
            <pc:docMk/>
            <pc:sldMk cId="1171484419" sldId="283"/>
            <ac:graphicFrameMk id="27" creationId="{7AA97F5D-9AE0-D717-0EC7-DEC0E18C23D7}"/>
          </ac:graphicFrameMkLst>
        </pc:graphicFrameChg>
        <pc:cxnChg chg="add mod">
          <ac:chgData name="Razaan Rasyid" userId="99fbae82dd97ec24" providerId="LiveId" clId="{B75DBBDD-9671-4A08-8AD8-7B232197D4B4}" dt="2026-10-18T03:48:19.436" v="658" actId="164"/>
          <ac:cxnSpMkLst>
            <pc:docMk/>
            <pc:sldMk cId="1171484419" sldId="283"/>
            <ac:cxnSpMk id="14" creationId="{AC31FF58-FF0D-DA01-47E4-08C0432810BE}"/>
          </ac:cxnSpMkLst>
        </pc:cxnChg>
        <pc:cxnChg chg="mod">
          <ac:chgData name="Razaan Rasyid" userId="99fbae82dd97ec24" providerId="LiveId" clId="{B75DBBDD-9671-4A08-8AD8-7B232197D4B4}" dt="2026-10-18T05:30:50.725" v="2318"/>
          <ac:cxnSpMkLst>
            <pc:docMk/>
            <pc:sldMk cId="1171484419" sldId="283"/>
            <ac:cxnSpMk id="21" creationId="{992D717E-1502-87D1-247E-FEA58D9FD4CA}"/>
          </ac:cxnSpMkLst>
        </pc:cxnChg>
      </pc:sldChg>
      <pc:sldChg chg="addSp modSp mod modShow">
        <pc:chgData name="Razaan Rasyid" userId="99fbae82dd97ec24" providerId="LiveId" clId="{B75DBBDD-9671-4A08-8AD8-7B232197D4B4}" dt="2026-10-18T11:54:28.970" v="5565" actId="729"/>
        <pc:sldMkLst>
          <pc:docMk/>
          <pc:sldMk cId="1560339087" sldId="290"/>
        </pc:sldMkLst>
        <pc:spChg chg="mod">
          <ac:chgData name="Razaan Rasyid" userId="99fbae82dd97ec24" providerId="LiveId" clId="{B75DBBDD-9671-4A08-8AD8-7B232197D4B4}" dt="2026-10-18T09:58:58.787" v="5292" actId="1076"/>
          <ac:spMkLst>
            <pc:docMk/>
            <pc:sldMk cId="1560339087" sldId="290"/>
            <ac:spMk id="7" creationId="{57DC70B5-F762-8339-9ECA-D7BDD5F841D3}"/>
          </ac:spMkLst>
        </pc:spChg>
        <pc:spChg chg="mod">
          <ac:chgData name="Razaan Rasyid" userId="99fbae82dd97ec24" providerId="LiveId" clId="{B75DBBDD-9671-4A08-8AD8-7B232197D4B4}" dt="2026-10-18T09:58:43.539" v="5291" actId="20577"/>
          <ac:spMkLst>
            <pc:docMk/>
            <pc:sldMk cId="1560339087" sldId="290"/>
            <ac:spMk id="9" creationId="{72555F18-E713-CC38-80DD-12119B38755A}"/>
          </ac:spMkLst>
        </pc:spChg>
        <pc:spChg chg="add mod">
          <ac:chgData name="Razaan Rasyid" userId="99fbae82dd97ec24" providerId="LiveId" clId="{B75DBBDD-9671-4A08-8AD8-7B232197D4B4}" dt="2026-10-18T09:57:57.145" v="5158" actId="1076"/>
          <ac:spMkLst>
            <pc:docMk/>
            <pc:sldMk cId="1560339087" sldId="290"/>
            <ac:spMk id="11" creationId="{C50774EB-D549-6885-9975-E1CF5DF8F460}"/>
          </ac:spMkLst>
        </pc:spChg>
        <pc:spChg chg="add mod">
          <ac:chgData name="Razaan Rasyid" userId="99fbae82dd97ec24" providerId="LiveId" clId="{B75DBBDD-9671-4A08-8AD8-7B232197D4B4}" dt="2026-10-18T08:30:30.192" v="4426" actId="20577"/>
          <ac:spMkLst>
            <pc:docMk/>
            <pc:sldMk cId="1560339087" sldId="290"/>
            <ac:spMk id="13" creationId="{03555AC2-AAE9-7C45-34C5-A0AA484BE118}"/>
          </ac:spMkLst>
        </pc:spChg>
      </pc:sldChg>
      <pc:sldChg chg="addSp delSp modSp add mod">
        <pc:chgData name="Razaan Rasyid" userId="99fbae82dd97ec24" providerId="LiveId" clId="{B75DBBDD-9671-4A08-8AD8-7B232197D4B4}" dt="2026-10-18T14:53:43.426" v="6625" actId="404"/>
        <pc:sldMkLst>
          <pc:docMk/>
          <pc:sldMk cId="2187443649" sldId="292"/>
        </pc:sldMkLst>
        <pc:spChg chg="mod">
          <ac:chgData name="Razaan Rasyid" userId="99fbae82dd97ec24" providerId="LiveId" clId="{B75DBBDD-9671-4A08-8AD8-7B232197D4B4}" dt="2026-10-18T14:26:18.806" v="6470"/>
          <ac:spMkLst>
            <pc:docMk/>
            <pc:sldMk cId="2187443649" sldId="292"/>
            <ac:spMk id="2" creationId="{0BB8254F-D242-6E22-2789-684D9647380F}"/>
          </ac:spMkLst>
        </pc:spChg>
        <pc:spChg chg="add mod">
          <ac:chgData name="Razaan Rasyid" userId="99fbae82dd97ec24" providerId="LiveId" clId="{B75DBBDD-9671-4A08-8AD8-7B232197D4B4}" dt="2026-10-18T14:35:39.445" v="6497" actId="20577"/>
          <ac:spMkLst>
            <pc:docMk/>
            <pc:sldMk cId="2187443649" sldId="292"/>
            <ac:spMk id="6" creationId="{33E473CC-B41F-9171-4D4C-4B5C83E3AB98}"/>
          </ac:spMkLst>
        </pc:spChg>
        <pc:spChg chg="del mod">
          <ac:chgData name="Razaan Rasyid" userId="99fbae82dd97ec24" providerId="LiveId" clId="{B75DBBDD-9671-4A08-8AD8-7B232197D4B4}" dt="2026-10-18T09:54:41.709" v="5106" actId="478"/>
          <ac:spMkLst>
            <pc:docMk/>
            <pc:sldMk cId="2187443649" sldId="292"/>
            <ac:spMk id="8" creationId="{45342B89-083D-8BF4-4B82-3BDBEF1E94CC}"/>
          </ac:spMkLst>
        </pc:spChg>
        <pc:spChg chg="del">
          <ac:chgData name="Razaan Rasyid" userId="99fbae82dd97ec24" providerId="LiveId" clId="{B75DBBDD-9671-4A08-8AD8-7B232197D4B4}" dt="2026-10-18T09:54:44.338" v="5107" actId="478"/>
          <ac:spMkLst>
            <pc:docMk/>
            <pc:sldMk cId="2187443649" sldId="292"/>
            <ac:spMk id="9" creationId="{967B3AF3-CC6F-848B-9E89-1B19817AD4D9}"/>
          </ac:spMkLst>
        </pc:spChg>
        <pc:spChg chg="add mod">
          <ac:chgData name="Razaan Rasyid" userId="99fbae82dd97ec24" providerId="LiveId" clId="{B75DBBDD-9671-4A08-8AD8-7B232197D4B4}" dt="2026-10-18T12:25:44.079" v="5630" actId="12788"/>
          <ac:spMkLst>
            <pc:docMk/>
            <pc:sldMk cId="2187443649" sldId="292"/>
            <ac:spMk id="15" creationId="{C037AC70-AED0-D492-36FB-380303326CF0}"/>
          </ac:spMkLst>
        </pc:spChg>
        <pc:spChg chg="add mod">
          <ac:chgData name="Razaan Rasyid" userId="99fbae82dd97ec24" providerId="LiveId" clId="{B75DBBDD-9671-4A08-8AD8-7B232197D4B4}" dt="2026-10-18T12:25:40.376" v="5628" actId="164"/>
          <ac:spMkLst>
            <pc:docMk/>
            <pc:sldMk cId="2187443649" sldId="292"/>
            <ac:spMk id="18" creationId="{88DFE6AF-83E4-EB12-D43D-5BA1C344C981}"/>
          </ac:spMkLst>
        </pc:spChg>
        <pc:spChg chg="add del">
          <ac:chgData name="Razaan Rasyid" userId="99fbae82dd97ec24" providerId="LiveId" clId="{B75DBBDD-9671-4A08-8AD8-7B232197D4B4}" dt="2026-10-18T11:07:50.006" v="5315" actId="22"/>
          <ac:spMkLst>
            <pc:docMk/>
            <pc:sldMk cId="2187443649" sldId="292"/>
            <ac:spMk id="20" creationId="{641607E9-F10E-6BF8-A083-2CDA61D493A2}"/>
          </ac:spMkLst>
        </pc:spChg>
        <pc:spChg chg="add del">
          <ac:chgData name="Razaan Rasyid" userId="99fbae82dd97ec24" providerId="LiveId" clId="{B75DBBDD-9671-4A08-8AD8-7B232197D4B4}" dt="2026-10-18T11:07:50.006" v="5315" actId="22"/>
          <ac:spMkLst>
            <pc:docMk/>
            <pc:sldMk cId="2187443649" sldId="292"/>
            <ac:spMk id="22" creationId="{D2311DDC-7DEE-05C0-6CF9-2AED53DFAB66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24" creationId="{7D22F288-D69A-FA69-9E54-2DADB3EB1ECC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26" creationId="{88B3BEFE-C1A3-B6CF-26C3-A9B343F2DBAE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28" creationId="{546240FE-156D-C6E3-9C88-0E319C130CB8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30" creationId="{9E8DE6BB-6065-2413-E392-A5E85E1A09DB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32" creationId="{E90F4571-F063-DF30-F574-BF8F6CA4C327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34" creationId="{43E1A388-4751-BD46-8DFF-5F9C3BF284AC}"/>
          </ac:spMkLst>
        </pc:spChg>
        <pc:spChg chg="add mod">
          <ac:chgData name="Razaan Rasyid" userId="99fbae82dd97ec24" providerId="LiveId" clId="{B75DBBDD-9671-4A08-8AD8-7B232197D4B4}" dt="2026-10-18T12:24:35.209" v="5607" actId="164"/>
          <ac:spMkLst>
            <pc:docMk/>
            <pc:sldMk cId="2187443649" sldId="292"/>
            <ac:spMk id="36" creationId="{72E397F1-27EB-F21D-8E13-039FBC815B70}"/>
          </ac:spMkLst>
        </pc:spChg>
        <pc:spChg chg="add mod">
          <ac:chgData name="Razaan Rasyid" userId="99fbae82dd97ec24" providerId="LiveId" clId="{B75DBBDD-9671-4A08-8AD8-7B232197D4B4}" dt="2026-10-18T14:26:57.836" v="6472"/>
          <ac:spMkLst>
            <pc:docMk/>
            <pc:sldMk cId="2187443649" sldId="292"/>
            <ac:spMk id="37" creationId="{ACA22684-FF6F-29C3-DAAE-1D5D358CAFBA}"/>
          </ac:spMkLst>
        </pc:spChg>
        <pc:spChg chg="add mod">
          <ac:chgData name="Razaan Rasyid" userId="99fbae82dd97ec24" providerId="LiveId" clId="{B75DBBDD-9671-4A08-8AD8-7B232197D4B4}" dt="2026-10-18T12:30:24.869" v="5679" actId="554"/>
          <ac:spMkLst>
            <pc:docMk/>
            <pc:sldMk cId="2187443649" sldId="292"/>
            <ac:spMk id="39" creationId="{3473A1D8-6680-7129-FA40-5DA469B3470C}"/>
          </ac:spMkLst>
        </pc:spChg>
        <pc:spChg chg="mod">
          <ac:chgData name="Razaan Rasyid" userId="99fbae82dd97ec24" providerId="LiveId" clId="{B75DBBDD-9671-4A08-8AD8-7B232197D4B4}" dt="2026-10-18T12:36:58.457" v="5777" actId="12789"/>
          <ac:spMkLst>
            <pc:docMk/>
            <pc:sldMk cId="2187443649" sldId="292"/>
            <ac:spMk id="43" creationId="{E32E466C-E613-69A3-DD9E-7C78A50400D0}"/>
          </ac:spMkLst>
        </pc:spChg>
        <pc:spChg chg="mod">
          <ac:chgData name="Razaan Rasyid" userId="99fbae82dd97ec24" providerId="LiveId" clId="{B75DBBDD-9671-4A08-8AD8-7B232197D4B4}" dt="2026-10-18T12:36:58.457" v="5777" actId="12789"/>
          <ac:spMkLst>
            <pc:docMk/>
            <pc:sldMk cId="2187443649" sldId="292"/>
            <ac:spMk id="44" creationId="{56868662-63DE-E8BA-E16F-04B44D2D3996}"/>
          </ac:spMkLst>
        </pc:spChg>
        <pc:spChg chg="mod">
          <ac:chgData name="Razaan Rasyid" userId="99fbae82dd97ec24" providerId="LiveId" clId="{B75DBBDD-9671-4A08-8AD8-7B232197D4B4}" dt="2026-10-18T12:36:58.457" v="5777" actId="12789"/>
          <ac:spMkLst>
            <pc:docMk/>
            <pc:sldMk cId="2187443649" sldId="292"/>
            <ac:spMk id="45" creationId="{E4285751-25F8-E1EF-F8B1-EB4FE1CA7CD4}"/>
          </ac:spMkLst>
        </pc:spChg>
        <pc:spChg chg="add mod">
          <ac:chgData name="Razaan Rasyid" userId="99fbae82dd97ec24" providerId="LiveId" clId="{B75DBBDD-9671-4A08-8AD8-7B232197D4B4}" dt="2026-10-18T11:39:40.814" v="5486" actId="207"/>
          <ac:spMkLst>
            <pc:docMk/>
            <pc:sldMk cId="2187443649" sldId="292"/>
            <ac:spMk id="53" creationId="{AE473784-6085-44D6-2CD0-33A67C5E9F73}"/>
          </ac:spMkLst>
        </pc:spChg>
        <pc:spChg chg="add mod">
          <ac:chgData name="Razaan Rasyid" userId="99fbae82dd97ec24" providerId="LiveId" clId="{B75DBBDD-9671-4A08-8AD8-7B232197D4B4}" dt="2026-10-18T11:41:15.205" v="5508" actId="2085"/>
          <ac:spMkLst>
            <pc:docMk/>
            <pc:sldMk cId="2187443649" sldId="292"/>
            <ac:spMk id="55" creationId="{F4E35C7F-AD8E-4E13-00F1-957ABE2DABB8}"/>
          </ac:spMkLst>
        </pc:spChg>
        <pc:spChg chg="mod">
          <ac:chgData name="Razaan Rasyid" userId="99fbae82dd97ec24" providerId="LiveId" clId="{B75DBBDD-9671-4A08-8AD8-7B232197D4B4}" dt="2026-10-18T12:27:23.678" v="5652" actId="165"/>
          <ac:spMkLst>
            <pc:docMk/>
            <pc:sldMk cId="2187443649" sldId="292"/>
            <ac:spMk id="60" creationId="{25933716-31B0-D2F2-FC10-6B18310FD653}"/>
          </ac:spMkLst>
        </pc:spChg>
        <pc:spChg chg="mod">
          <ac:chgData name="Razaan Rasyid" userId="99fbae82dd97ec24" providerId="LiveId" clId="{B75DBBDD-9671-4A08-8AD8-7B232197D4B4}" dt="2026-10-18T12:27:23.678" v="5652" actId="165"/>
          <ac:spMkLst>
            <pc:docMk/>
            <pc:sldMk cId="2187443649" sldId="292"/>
            <ac:spMk id="61" creationId="{D7D3FD7A-A84D-02D9-CE92-B2C0F5E87418}"/>
          </ac:spMkLst>
        </pc:spChg>
        <pc:spChg chg="add mod">
          <ac:chgData name="Razaan Rasyid" userId="99fbae82dd97ec24" providerId="LiveId" clId="{B75DBBDD-9671-4A08-8AD8-7B232197D4B4}" dt="2026-10-18T12:27:23.678" v="5652" actId="165"/>
          <ac:spMkLst>
            <pc:docMk/>
            <pc:sldMk cId="2187443649" sldId="292"/>
            <ac:spMk id="62" creationId="{159433E5-1C76-1272-3630-C2EC2D21CDD9}"/>
          </ac:spMkLst>
        </pc:spChg>
        <pc:spChg chg="add mod">
          <ac:chgData name="Razaan Rasyid" userId="99fbae82dd97ec24" providerId="LiveId" clId="{B75DBBDD-9671-4A08-8AD8-7B232197D4B4}" dt="2026-10-18T14:10:14.224" v="6451" actId="14100"/>
          <ac:spMkLst>
            <pc:docMk/>
            <pc:sldMk cId="2187443649" sldId="292"/>
            <ac:spMk id="64" creationId="{C5C522E2-E67C-F3EB-5A34-95904DC9129B}"/>
          </ac:spMkLst>
        </pc:spChg>
        <pc:spChg chg="add mod">
          <ac:chgData name="Razaan Rasyid" userId="99fbae82dd97ec24" providerId="LiveId" clId="{B75DBBDD-9671-4A08-8AD8-7B232197D4B4}" dt="2026-10-18T11:53:36.535" v="5561" actId="403"/>
          <ac:spMkLst>
            <pc:docMk/>
            <pc:sldMk cId="2187443649" sldId="292"/>
            <ac:spMk id="66" creationId="{B506AB62-5E5A-AAAE-FACC-178D45089345}"/>
          </ac:spMkLst>
        </pc:spChg>
        <pc:spChg chg="add mod">
          <ac:chgData name="Razaan Rasyid" userId="99fbae82dd97ec24" providerId="LiveId" clId="{B75DBBDD-9671-4A08-8AD8-7B232197D4B4}" dt="2026-10-18T11:53:41.332" v="5562" actId="404"/>
          <ac:spMkLst>
            <pc:docMk/>
            <pc:sldMk cId="2187443649" sldId="292"/>
            <ac:spMk id="68" creationId="{77497F60-995E-3451-08B0-44EF4337C8DE}"/>
          </ac:spMkLst>
        </pc:spChg>
        <pc:spChg chg="add mod">
          <ac:chgData name="Razaan Rasyid" userId="99fbae82dd97ec24" providerId="LiveId" clId="{B75DBBDD-9671-4A08-8AD8-7B232197D4B4}" dt="2026-10-18T14:37:36.114" v="6536" actId="113"/>
          <ac:spMkLst>
            <pc:docMk/>
            <pc:sldMk cId="2187443649" sldId="292"/>
            <ac:spMk id="70" creationId="{56B637E6-202A-08D0-A80B-0CCB1015C187}"/>
          </ac:spMkLst>
        </pc:spChg>
        <pc:spChg chg="add mod">
          <ac:chgData name="Razaan Rasyid" userId="99fbae82dd97ec24" providerId="LiveId" clId="{B75DBBDD-9671-4A08-8AD8-7B232197D4B4}" dt="2026-10-18T14:29:50.745" v="6476" actId="113"/>
          <ac:spMkLst>
            <pc:docMk/>
            <pc:sldMk cId="2187443649" sldId="292"/>
            <ac:spMk id="72" creationId="{C6E410E3-0445-8CD9-933D-7219C41049EE}"/>
          </ac:spMkLst>
        </pc:spChg>
        <pc:spChg chg="mod">
          <ac:chgData name="Razaan Rasyid" userId="99fbae82dd97ec24" providerId="LiveId" clId="{B75DBBDD-9671-4A08-8AD8-7B232197D4B4}" dt="2026-10-18T14:27:10.378" v="6473"/>
          <ac:spMkLst>
            <pc:docMk/>
            <pc:sldMk cId="2187443649" sldId="292"/>
            <ac:spMk id="84" creationId="{71028F31-9E87-90B4-20E9-215E6A13D65A}"/>
          </ac:spMkLst>
        </pc:spChg>
        <pc:spChg chg="add mod">
          <ac:chgData name="Razaan Rasyid" userId="99fbae82dd97ec24" providerId="LiveId" clId="{B75DBBDD-9671-4A08-8AD8-7B232197D4B4}" dt="2026-10-18T14:37:03.954" v="6534" actId="20577"/>
          <ac:spMkLst>
            <pc:docMk/>
            <pc:sldMk cId="2187443649" sldId="292"/>
            <ac:spMk id="87" creationId="{393C930F-2B81-216B-F3BC-7299CC19CFFE}"/>
          </ac:spMkLst>
        </pc:spChg>
        <pc:grpChg chg="add mod">
          <ac:chgData name="Razaan Rasyid" userId="99fbae82dd97ec24" providerId="LiveId" clId="{B75DBBDD-9671-4A08-8AD8-7B232197D4B4}" dt="2026-10-18T11:23:30.329" v="5395" actId="164"/>
          <ac:grpSpMkLst>
            <pc:docMk/>
            <pc:sldMk cId="2187443649" sldId="292"/>
            <ac:grpSpMk id="40" creationId="{FFD99298-3D85-C5F9-EEFD-B044E9998F21}"/>
          </ac:grpSpMkLst>
        </pc:grpChg>
        <pc:grpChg chg="add mod">
          <ac:chgData name="Razaan Rasyid" userId="99fbae82dd97ec24" providerId="LiveId" clId="{B75DBBDD-9671-4A08-8AD8-7B232197D4B4}" dt="2026-10-18T12:37:04.665" v="5796" actId="1035"/>
          <ac:grpSpMkLst>
            <pc:docMk/>
            <pc:sldMk cId="2187443649" sldId="292"/>
            <ac:grpSpMk id="42" creationId="{0B510206-34CC-91D6-2FDE-7F7C67D59850}"/>
          </ac:grpSpMkLst>
        </pc:grpChg>
        <pc:grpChg chg="add mod">
          <ac:chgData name="Razaan Rasyid" userId="99fbae82dd97ec24" providerId="LiveId" clId="{B75DBBDD-9671-4A08-8AD8-7B232197D4B4}" dt="2026-10-18T12:36:18.399" v="5762" actId="12789"/>
          <ac:grpSpMkLst>
            <pc:docMk/>
            <pc:sldMk cId="2187443649" sldId="292"/>
            <ac:grpSpMk id="56" creationId="{3DB0CC05-0B94-FA14-BC0D-5E41AA8E3627}"/>
          </ac:grpSpMkLst>
        </pc:grpChg>
        <pc:grpChg chg="add mod">
          <ac:chgData name="Razaan Rasyid" userId="99fbae82dd97ec24" providerId="LiveId" clId="{B75DBBDD-9671-4A08-8AD8-7B232197D4B4}" dt="2026-10-18T12:27:23.678" v="5652" actId="165"/>
          <ac:grpSpMkLst>
            <pc:docMk/>
            <pc:sldMk cId="2187443649" sldId="292"/>
            <ac:grpSpMk id="59" creationId="{B057355E-45B0-D011-A98B-17CEC866288C}"/>
          </ac:grpSpMkLst>
        </pc:grpChg>
        <pc:grpChg chg="add mod">
          <ac:chgData name="Razaan Rasyid" userId="99fbae82dd97ec24" providerId="LiveId" clId="{B75DBBDD-9671-4A08-8AD8-7B232197D4B4}" dt="2026-10-18T12:25:16.326" v="5613" actId="14100"/>
          <ac:grpSpMkLst>
            <pc:docMk/>
            <pc:sldMk cId="2187443649" sldId="292"/>
            <ac:grpSpMk id="74" creationId="{DA15F34A-55B9-7DC1-8A02-49E1DAFDABA1}"/>
          </ac:grpSpMkLst>
        </pc:grpChg>
        <pc:grpChg chg="add mod">
          <ac:chgData name="Razaan Rasyid" userId="99fbae82dd97ec24" providerId="LiveId" clId="{B75DBBDD-9671-4A08-8AD8-7B232197D4B4}" dt="2026-10-18T12:25:16.326" v="5613" actId="14100"/>
          <ac:grpSpMkLst>
            <pc:docMk/>
            <pc:sldMk cId="2187443649" sldId="292"/>
            <ac:grpSpMk id="76" creationId="{1855920D-E654-A7A6-25AA-7C9C9186CA15}"/>
          </ac:grpSpMkLst>
        </pc:grpChg>
        <pc:grpChg chg="add mod">
          <ac:chgData name="Razaan Rasyid" userId="99fbae82dd97ec24" providerId="LiveId" clId="{B75DBBDD-9671-4A08-8AD8-7B232197D4B4}" dt="2026-10-18T12:28:50.726" v="5670" actId="554"/>
          <ac:grpSpMkLst>
            <pc:docMk/>
            <pc:sldMk cId="2187443649" sldId="292"/>
            <ac:grpSpMk id="77" creationId="{F5C8DFBD-4112-0A24-C490-546942BEE3AD}"/>
          </ac:grpSpMkLst>
        </pc:grpChg>
        <pc:grpChg chg="add mod">
          <ac:chgData name="Razaan Rasyid" userId="99fbae82dd97ec24" providerId="LiveId" clId="{B75DBBDD-9671-4A08-8AD8-7B232197D4B4}" dt="2026-10-18T12:25:44.079" v="5630" actId="12788"/>
          <ac:grpSpMkLst>
            <pc:docMk/>
            <pc:sldMk cId="2187443649" sldId="292"/>
            <ac:grpSpMk id="78" creationId="{CB3DAC33-DB31-74CC-4BB6-C6409B22AFC9}"/>
          </ac:grpSpMkLst>
        </pc:grpChg>
        <pc:grpChg chg="add mod topLvl">
          <ac:chgData name="Razaan Rasyid" userId="99fbae82dd97ec24" providerId="LiveId" clId="{B75DBBDD-9671-4A08-8AD8-7B232197D4B4}" dt="2026-10-18T12:36:51.223" v="5776" actId="1038"/>
          <ac:grpSpMkLst>
            <pc:docMk/>
            <pc:sldMk cId="2187443649" sldId="292"/>
            <ac:grpSpMk id="80" creationId="{1D9055D1-7DEF-2CCC-E520-B19A5359FCBB}"/>
          </ac:grpSpMkLst>
        </pc:grpChg>
        <pc:grpChg chg="add del mod">
          <ac:chgData name="Razaan Rasyid" userId="99fbae82dd97ec24" providerId="LiveId" clId="{B75DBBDD-9671-4A08-8AD8-7B232197D4B4}" dt="2026-10-18T12:27:23.678" v="5652" actId="165"/>
          <ac:grpSpMkLst>
            <pc:docMk/>
            <pc:sldMk cId="2187443649" sldId="292"/>
            <ac:grpSpMk id="81" creationId="{6CF8A87D-B961-3C47-744C-940E261F20D7}"/>
          </ac:grpSpMkLst>
        </pc:grpChg>
        <pc:grpChg chg="add mod">
          <ac:chgData name="Razaan Rasyid" userId="99fbae82dd97ec24" providerId="LiveId" clId="{B75DBBDD-9671-4A08-8AD8-7B232197D4B4}" dt="2026-10-18T12:30:21.066" v="5678" actId="552"/>
          <ac:grpSpMkLst>
            <pc:docMk/>
            <pc:sldMk cId="2187443649" sldId="292"/>
            <ac:grpSpMk id="83" creationId="{AB356148-17DB-6CE1-6E81-99B6467D0DC7}"/>
          </ac:grpSpMkLst>
        </pc:grpChg>
        <pc:graphicFrameChg chg="add mod ord modGraphic">
          <ac:chgData name="Razaan Rasyid" userId="99fbae82dd97ec24" providerId="LiveId" clId="{B75DBBDD-9671-4A08-8AD8-7B232197D4B4}" dt="2026-10-18T14:53:23.714" v="6621" actId="404"/>
          <ac:graphicFrameMkLst>
            <pc:docMk/>
            <pc:sldMk cId="2187443649" sldId="292"/>
            <ac:graphicFrameMk id="8" creationId="{C9F1CEA8-D3F5-C821-EC6A-BADBBDD44C60}"/>
          </ac:graphicFrameMkLst>
        </pc:graphicFrameChg>
        <pc:graphicFrameChg chg="add del mod">
          <ac:chgData name="Razaan Rasyid" userId="99fbae82dd97ec24" providerId="LiveId" clId="{B75DBBDD-9671-4A08-8AD8-7B232197D4B4}" dt="2026-10-18T11:06:34.467" v="5299" actId="478"/>
          <ac:graphicFrameMkLst>
            <pc:docMk/>
            <pc:sldMk cId="2187443649" sldId="292"/>
            <ac:graphicFrameMk id="11" creationId="{8B29B490-91EE-E7C8-95A7-C65F17976A2F}"/>
          </ac:graphicFrameMkLst>
        </pc:graphicFrameChg>
        <pc:graphicFrameChg chg="add del mod">
          <ac:chgData name="Razaan Rasyid" userId="99fbae82dd97ec24" providerId="LiveId" clId="{B75DBBDD-9671-4A08-8AD8-7B232197D4B4}" dt="2026-10-18T11:09:02.541" v="5373" actId="478"/>
          <ac:graphicFrameMkLst>
            <pc:docMk/>
            <pc:sldMk cId="2187443649" sldId="292"/>
            <ac:graphicFrameMk id="13" creationId="{15D1C6D1-5FCB-BA6C-C7D2-A2ED6918EB8F}"/>
          </ac:graphicFrameMkLst>
        </pc:graphicFrameChg>
        <pc:graphicFrameChg chg="add mod">
          <ac:chgData name="Razaan Rasyid" userId="99fbae82dd97ec24" providerId="LiveId" clId="{B75DBBDD-9671-4A08-8AD8-7B232197D4B4}" dt="2026-10-18T12:25:29.324" v="5625"/>
          <ac:graphicFrameMkLst>
            <pc:docMk/>
            <pc:sldMk cId="2187443649" sldId="292"/>
            <ac:graphicFrameMk id="16" creationId="{8B29B490-91EE-E7C8-95A7-C65F17976A2F}"/>
          </ac:graphicFrameMkLst>
        </pc:graphicFrameChg>
        <pc:graphicFrameChg chg="add mod">
          <ac:chgData name="Razaan Rasyid" userId="99fbae82dd97ec24" providerId="LiveId" clId="{B75DBBDD-9671-4A08-8AD8-7B232197D4B4}" dt="2026-10-18T14:53:43.426" v="6625" actId="404"/>
          <ac:graphicFrameMkLst>
            <pc:docMk/>
            <pc:sldMk cId="2187443649" sldId="292"/>
            <ac:graphicFrameMk id="41" creationId="{5B3299F3-7E89-94CD-1921-46FB81D4F26A}"/>
          </ac:graphicFrameMkLst>
        </pc:graphicFrameChg>
        <pc:graphicFrameChg chg="add del mod ord modGraphic">
          <ac:chgData name="Razaan Rasyid" userId="99fbae82dd97ec24" providerId="LiveId" clId="{B75DBBDD-9671-4A08-8AD8-7B232197D4B4}" dt="2026-10-18T14:34:22.841" v="6494" actId="478"/>
          <ac:graphicFrameMkLst>
            <pc:docMk/>
            <pc:sldMk cId="2187443649" sldId="292"/>
            <ac:graphicFrameMk id="73" creationId="{C9F1CEA8-D3F5-C821-EC6A-BADBBDD44C60}"/>
          </ac:graphicFrameMkLst>
        </pc:graphicFrameChg>
        <pc:cxnChg chg="add mod">
          <ac:chgData name="Razaan Rasyid" userId="99fbae82dd97ec24" providerId="LiveId" clId="{B75DBBDD-9671-4A08-8AD8-7B232197D4B4}" dt="2026-10-18T12:24:58.997" v="5610" actId="164"/>
          <ac:cxnSpMkLst>
            <pc:docMk/>
            <pc:sldMk cId="2187443649" sldId="292"/>
            <ac:cxnSpMk id="10" creationId="{98CDCE58-6A57-DE7A-0374-845CD63795F7}"/>
          </ac:cxnSpMkLst>
        </pc:cxnChg>
        <pc:cxnChg chg="add mod">
          <ac:chgData name="Razaan Rasyid" userId="99fbae82dd97ec24" providerId="LiveId" clId="{B75DBBDD-9671-4A08-8AD8-7B232197D4B4}" dt="2026-10-18T12:25:40.376" v="5628" actId="164"/>
          <ac:cxnSpMkLst>
            <pc:docMk/>
            <pc:sldMk cId="2187443649" sldId="292"/>
            <ac:cxnSpMk id="17" creationId="{BF66017C-B5A8-D523-C607-84E225A5ED7F}"/>
          </ac:cxnSpMkLst>
        </pc:cxnChg>
        <pc:cxnChg chg="add mod">
          <ac:chgData name="Razaan Rasyid" userId="99fbae82dd97ec24" providerId="LiveId" clId="{B75DBBDD-9671-4A08-8AD8-7B232197D4B4}" dt="2026-10-18T12:26:04.922" v="5632" actId="14100"/>
          <ac:cxnSpMkLst>
            <pc:docMk/>
            <pc:sldMk cId="2187443649" sldId="292"/>
            <ac:cxnSpMk id="38" creationId="{2BA3FDB9-B124-6693-0D88-2A42C0F37261}"/>
          </ac:cxnSpMkLst>
        </pc:cxnChg>
        <pc:cxnChg chg="mod">
          <ac:chgData name="Razaan Rasyid" userId="99fbae82dd97ec24" providerId="LiveId" clId="{B75DBBDD-9671-4A08-8AD8-7B232197D4B4}" dt="2026-10-18T12:36:58.457" v="5777" actId="12789"/>
          <ac:cxnSpMkLst>
            <pc:docMk/>
            <pc:sldMk cId="2187443649" sldId="292"/>
            <ac:cxnSpMk id="46" creationId="{A9025F77-170B-2833-006E-3097E407D629}"/>
          </ac:cxnSpMkLst>
        </pc:cxnChg>
        <pc:cxnChg chg="mod">
          <ac:chgData name="Razaan Rasyid" userId="99fbae82dd97ec24" providerId="LiveId" clId="{B75DBBDD-9671-4A08-8AD8-7B232197D4B4}" dt="2026-10-18T12:36:58.457" v="5777" actId="12789"/>
          <ac:cxnSpMkLst>
            <pc:docMk/>
            <pc:sldMk cId="2187443649" sldId="292"/>
            <ac:cxnSpMk id="47" creationId="{186D05FC-0590-77CB-12EE-397A51318855}"/>
          </ac:cxnSpMkLst>
        </pc:cxnChg>
        <pc:cxnChg chg="add mod">
          <ac:chgData name="Razaan Rasyid" userId="99fbae82dd97ec24" providerId="LiveId" clId="{B75DBBDD-9671-4A08-8AD8-7B232197D4B4}" dt="2026-10-18T12:36:18.399" v="5762" actId="12789"/>
          <ac:cxnSpMkLst>
            <pc:docMk/>
            <pc:sldMk cId="2187443649" sldId="292"/>
            <ac:cxnSpMk id="49" creationId="{03DFF366-BB61-CF61-FFFE-B0AF409F99AB}"/>
          </ac:cxnSpMkLst>
        </pc:cxnChg>
        <pc:cxnChg chg="add mod topLvl">
          <ac:chgData name="Razaan Rasyid" userId="99fbae82dd97ec24" providerId="LiveId" clId="{B75DBBDD-9671-4A08-8AD8-7B232197D4B4}" dt="2026-10-18T12:36:51.223" v="5776" actId="1038"/>
          <ac:cxnSpMkLst>
            <pc:docMk/>
            <pc:sldMk cId="2187443649" sldId="292"/>
            <ac:cxnSpMk id="57" creationId="{D2F48926-209D-0079-3814-2023E74C69D5}"/>
          </ac:cxnSpMkLst>
        </pc:cxnChg>
        <pc:cxnChg chg="mod">
          <ac:chgData name="Razaan Rasyid" userId="99fbae82dd97ec24" providerId="LiveId" clId="{B75DBBDD-9671-4A08-8AD8-7B232197D4B4}" dt="2026-10-18T12:28:44.482" v="5668"/>
          <ac:cxnSpMkLst>
            <pc:docMk/>
            <pc:sldMk cId="2187443649" sldId="292"/>
            <ac:cxnSpMk id="85" creationId="{B6758733-C757-A731-07B6-E43B463B2729}"/>
          </ac:cxnSpMkLst>
        </pc:cxnChg>
      </pc:sldChg>
      <pc:sldChg chg="addSp delSp modSp add mod">
        <pc:chgData name="Razaan Rasyid" userId="99fbae82dd97ec24" providerId="LiveId" clId="{B75DBBDD-9671-4A08-8AD8-7B232197D4B4}" dt="2026-10-18T14:54:54.183" v="6626" actId="14100"/>
        <pc:sldMkLst>
          <pc:docMk/>
          <pc:sldMk cId="1569902630" sldId="299"/>
        </pc:sldMkLst>
        <pc:spChg chg="add mod">
          <ac:chgData name="Razaan Rasyid" userId="99fbae82dd97ec24" providerId="LiveId" clId="{B75DBBDD-9671-4A08-8AD8-7B232197D4B4}" dt="2026-10-18T14:04:48.433" v="6387"/>
          <ac:spMkLst>
            <pc:docMk/>
            <pc:sldMk cId="1569902630" sldId="299"/>
            <ac:spMk id="6" creationId="{E75B8396-9BC9-5034-B16C-060F448DAD39}"/>
          </ac:spMkLst>
        </pc:spChg>
        <pc:spChg chg="del">
          <ac:chgData name="Razaan Rasyid" userId="99fbae82dd97ec24" providerId="LiveId" clId="{B75DBBDD-9671-4A08-8AD8-7B232197D4B4}" dt="2026-10-18T11:54:32.503" v="5566" actId="478"/>
          <ac:spMkLst>
            <pc:docMk/>
            <pc:sldMk cId="1569902630" sldId="299"/>
            <ac:spMk id="8" creationId="{C64201A2-E69B-3494-6DD7-D0DF11A7972C}"/>
          </ac:spMkLst>
        </pc:spChg>
        <pc:spChg chg="del">
          <ac:chgData name="Razaan Rasyid" userId="99fbae82dd97ec24" providerId="LiveId" clId="{B75DBBDD-9671-4A08-8AD8-7B232197D4B4}" dt="2026-10-18T11:54:32.503" v="5566" actId="478"/>
          <ac:spMkLst>
            <pc:docMk/>
            <pc:sldMk cId="1569902630" sldId="299"/>
            <ac:spMk id="9" creationId="{C4DC7589-FD4D-0D3E-849B-69AB5EF068EA}"/>
          </ac:spMkLst>
        </pc:spChg>
        <pc:spChg chg="mod">
          <ac:chgData name="Razaan Rasyid" userId="99fbae82dd97ec24" providerId="LiveId" clId="{B75DBBDD-9671-4A08-8AD8-7B232197D4B4}" dt="2026-10-18T13:40:01.436" v="6231" actId="1036"/>
          <ac:spMkLst>
            <pc:docMk/>
            <pc:sldMk cId="1569902630" sldId="299"/>
            <ac:spMk id="12" creationId="{8F65DDE7-945C-BB8D-63BB-504C1686C43D}"/>
          </ac:spMkLst>
        </pc:spChg>
        <pc:spChg chg="add mod">
          <ac:chgData name="Razaan Rasyid" userId="99fbae82dd97ec24" providerId="LiveId" clId="{B75DBBDD-9671-4A08-8AD8-7B232197D4B4}" dt="2026-10-18T13:40:01.436" v="6231" actId="1036"/>
          <ac:spMkLst>
            <pc:docMk/>
            <pc:sldMk cId="1569902630" sldId="299"/>
            <ac:spMk id="14" creationId="{FD861040-5E6B-C897-E51C-23509FAE9143}"/>
          </ac:spMkLst>
        </pc:spChg>
        <pc:spChg chg="mod">
          <ac:chgData name="Razaan Rasyid" userId="99fbae82dd97ec24" providerId="LiveId" clId="{B75DBBDD-9671-4A08-8AD8-7B232197D4B4}" dt="2026-10-18T13:40:32.109" v="6248" actId="20577"/>
          <ac:spMkLst>
            <pc:docMk/>
            <pc:sldMk cId="1569902630" sldId="299"/>
            <ac:spMk id="15" creationId="{527A75C3-0582-13F0-FADE-A0CA6CEBB357}"/>
          </ac:spMkLst>
        </pc:spChg>
        <pc:spChg chg="add mod">
          <ac:chgData name="Razaan Rasyid" userId="99fbae82dd97ec24" providerId="LiveId" clId="{B75DBBDD-9671-4A08-8AD8-7B232197D4B4}" dt="2026-10-18T13:40:01.436" v="6231" actId="1036"/>
          <ac:spMkLst>
            <pc:docMk/>
            <pc:sldMk cId="1569902630" sldId="299"/>
            <ac:spMk id="16" creationId="{FF1FF822-4177-3ADB-7CF7-076E2E8E5D11}"/>
          </ac:spMkLst>
        </pc:spChg>
        <pc:spChg chg="mod">
          <ac:chgData name="Razaan Rasyid" userId="99fbae82dd97ec24" providerId="LiveId" clId="{B75DBBDD-9671-4A08-8AD8-7B232197D4B4}" dt="2026-10-18T13:39:49.262" v="6222" actId="1036"/>
          <ac:spMkLst>
            <pc:docMk/>
            <pc:sldMk cId="1569902630" sldId="299"/>
            <ac:spMk id="18" creationId="{F8D2B033-E111-3F3A-F7DB-90C552B0F94E}"/>
          </ac:spMkLst>
        </pc:spChg>
        <pc:spChg chg="add mod">
          <ac:chgData name="Razaan Rasyid" userId="99fbae82dd97ec24" providerId="LiveId" clId="{B75DBBDD-9671-4A08-8AD8-7B232197D4B4}" dt="2026-10-18T13:39:49.262" v="6222" actId="1036"/>
          <ac:spMkLst>
            <pc:docMk/>
            <pc:sldMk cId="1569902630" sldId="299"/>
            <ac:spMk id="19" creationId="{596EA60D-97B8-0974-DE9B-D8D0CBAE2BF4}"/>
          </ac:spMkLst>
        </pc:spChg>
        <pc:spChg chg="mod">
          <ac:chgData name="Razaan Rasyid" userId="99fbae82dd97ec24" providerId="LiveId" clId="{B75DBBDD-9671-4A08-8AD8-7B232197D4B4}" dt="2026-10-18T13:39:49.262" v="6222" actId="1036"/>
          <ac:spMkLst>
            <pc:docMk/>
            <pc:sldMk cId="1569902630" sldId="299"/>
            <ac:spMk id="20" creationId="{86E5F45B-7A47-39F3-3A14-85A329676FE9}"/>
          </ac:spMkLst>
        </pc:spChg>
        <pc:spChg chg="add mod">
          <ac:chgData name="Razaan Rasyid" userId="99fbae82dd97ec24" providerId="LiveId" clId="{B75DBBDD-9671-4A08-8AD8-7B232197D4B4}" dt="2026-10-18T14:03:13.375" v="6378" actId="20577"/>
          <ac:spMkLst>
            <pc:docMk/>
            <pc:sldMk cId="1569902630" sldId="299"/>
            <ac:spMk id="21" creationId="{1C3290F9-813B-952F-4FFB-779E62C0507E}"/>
          </ac:spMkLst>
        </pc:spChg>
        <pc:spChg chg="mod">
          <ac:chgData name="Razaan Rasyid" userId="99fbae82dd97ec24" providerId="LiveId" clId="{B75DBBDD-9671-4A08-8AD8-7B232197D4B4}" dt="2026-10-18T13:39:49.262" v="6222" actId="1036"/>
          <ac:spMkLst>
            <pc:docMk/>
            <pc:sldMk cId="1569902630" sldId="299"/>
            <ac:spMk id="22" creationId="{BBBC1C26-F1E9-EF00-F8E5-F26D7E872438}"/>
          </ac:spMkLst>
        </pc:spChg>
        <pc:spChg chg="add mod">
          <ac:chgData name="Razaan Rasyid" userId="99fbae82dd97ec24" providerId="LiveId" clId="{B75DBBDD-9671-4A08-8AD8-7B232197D4B4}" dt="2026-10-18T13:38:25.071" v="6182" actId="552"/>
          <ac:spMkLst>
            <pc:docMk/>
            <pc:sldMk cId="1569902630" sldId="299"/>
            <ac:spMk id="24" creationId="{4503A261-645E-EA6F-20CF-AB536D492417}"/>
          </ac:spMkLst>
        </pc:spChg>
        <pc:spChg chg="mod">
          <ac:chgData name="Razaan Rasyid" userId="99fbae82dd97ec24" providerId="LiveId" clId="{B75DBBDD-9671-4A08-8AD8-7B232197D4B4}" dt="2026-10-18T13:37:44.358" v="6165" actId="1035"/>
          <ac:spMkLst>
            <pc:docMk/>
            <pc:sldMk cId="1569902630" sldId="299"/>
            <ac:spMk id="25" creationId="{5A9328B2-43F1-AA8C-5F8E-A5C24F559066}"/>
          </ac:spMkLst>
        </pc:spChg>
        <pc:spChg chg="mod">
          <ac:chgData name="Razaan Rasyid" userId="99fbae82dd97ec24" providerId="LiveId" clId="{B75DBBDD-9671-4A08-8AD8-7B232197D4B4}" dt="2026-10-18T13:37:44.358" v="6165" actId="1035"/>
          <ac:spMkLst>
            <pc:docMk/>
            <pc:sldMk cId="1569902630" sldId="299"/>
            <ac:spMk id="26" creationId="{365322B2-64AE-FEF3-86B3-3E7E5C175CF8}"/>
          </ac:spMkLst>
        </pc:spChg>
        <pc:spChg chg="mod">
          <ac:chgData name="Razaan Rasyid" userId="99fbae82dd97ec24" providerId="LiveId" clId="{B75DBBDD-9671-4A08-8AD8-7B232197D4B4}" dt="2026-10-18T14:03:07.995" v="6372" actId="20577"/>
          <ac:spMkLst>
            <pc:docMk/>
            <pc:sldMk cId="1569902630" sldId="299"/>
            <ac:spMk id="27" creationId="{42AFC117-23E1-30AD-3F8D-BD959F962D8F}"/>
          </ac:spMkLst>
        </pc:spChg>
        <pc:spChg chg="add mod">
          <ac:chgData name="Razaan Rasyid" userId="99fbae82dd97ec24" providerId="LiveId" clId="{B75DBBDD-9671-4A08-8AD8-7B232197D4B4}" dt="2026-10-18T13:37:44.358" v="6165" actId="1035"/>
          <ac:spMkLst>
            <pc:docMk/>
            <pc:sldMk cId="1569902630" sldId="299"/>
            <ac:spMk id="28" creationId="{32FA34A6-14C6-F54E-7F14-5DF3C31C8C0F}"/>
          </ac:spMkLst>
        </pc:spChg>
        <pc:spChg chg="add mod">
          <ac:chgData name="Razaan Rasyid" userId="99fbae82dd97ec24" providerId="LiveId" clId="{B75DBBDD-9671-4A08-8AD8-7B232197D4B4}" dt="2026-10-18T13:36:47.330" v="6151" actId="1035"/>
          <ac:spMkLst>
            <pc:docMk/>
            <pc:sldMk cId="1569902630" sldId="299"/>
            <ac:spMk id="30" creationId="{F81CED1C-A0F5-BA06-B4C2-985E2E6740BB}"/>
          </ac:spMkLst>
        </pc:spChg>
        <pc:spChg chg="add mod">
          <ac:chgData name="Razaan Rasyid" userId="99fbae82dd97ec24" providerId="LiveId" clId="{B75DBBDD-9671-4A08-8AD8-7B232197D4B4}" dt="2026-10-18T13:38:54.038" v="6190" actId="552"/>
          <ac:spMkLst>
            <pc:docMk/>
            <pc:sldMk cId="1569902630" sldId="299"/>
            <ac:spMk id="31" creationId="{BFF30C72-EDAE-5226-4C76-1E02D6FFD0C1}"/>
          </ac:spMkLst>
        </pc:spChg>
        <pc:spChg chg="mod">
          <ac:chgData name="Razaan Rasyid" userId="99fbae82dd97ec24" providerId="LiveId" clId="{B75DBBDD-9671-4A08-8AD8-7B232197D4B4}" dt="2026-10-18T13:36:47.330" v="6151" actId="1035"/>
          <ac:spMkLst>
            <pc:docMk/>
            <pc:sldMk cId="1569902630" sldId="299"/>
            <ac:spMk id="32" creationId="{6C65E0AC-F617-71FD-17A0-476AB7215BAD}"/>
          </ac:spMkLst>
        </pc:spChg>
        <pc:spChg chg="add mod">
          <ac:chgData name="Razaan Rasyid" userId="99fbae82dd97ec24" providerId="LiveId" clId="{B75DBBDD-9671-4A08-8AD8-7B232197D4B4}" dt="2026-10-18T14:03:02.267" v="6364" actId="20577"/>
          <ac:spMkLst>
            <pc:docMk/>
            <pc:sldMk cId="1569902630" sldId="299"/>
            <ac:spMk id="33" creationId="{3A671FAB-14CC-3BAE-A42A-C8CA91172B86}"/>
          </ac:spMkLst>
        </pc:spChg>
        <pc:spChg chg="add mod">
          <ac:chgData name="Razaan Rasyid" userId="99fbae82dd97ec24" providerId="LiveId" clId="{B75DBBDD-9671-4A08-8AD8-7B232197D4B4}" dt="2026-10-18T13:36:47.330" v="6151" actId="1035"/>
          <ac:spMkLst>
            <pc:docMk/>
            <pc:sldMk cId="1569902630" sldId="299"/>
            <ac:spMk id="34" creationId="{BC5F7BD0-38DD-E4C6-A268-D1ABF8F5F714}"/>
          </ac:spMkLst>
        </pc:spChg>
        <pc:spChg chg="add mod">
          <ac:chgData name="Razaan Rasyid" userId="99fbae82dd97ec24" providerId="LiveId" clId="{B75DBBDD-9671-4A08-8AD8-7B232197D4B4}" dt="2026-10-18T13:42:56.144" v="6269" actId="555"/>
          <ac:spMkLst>
            <pc:docMk/>
            <pc:sldMk cId="1569902630" sldId="299"/>
            <ac:spMk id="37" creationId="{CBCA59C0-C14B-85E1-E06E-4B00AC06506B}"/>
          </ac:spMkLst>
        </pc:spChg>
        <pc:spChg chg="add mod">
          <ac:chgData name="Razaan Rasyid" userId="99fbae82dd97ec24" providerId="LiveId" clId="{B75DBBDD-9671-4A08-8AD8-7B232197D4B4}" dt="2026-10-18T13:36:47.330" v="6151" actId="1035"/>
          <ac:spMkLst>
            <pc:docMk/>
            <pc:sldMk cId="1569902630" sldId="299"/>
            <ac:spMk id="38" creationId="{E02F1895-C530-8088-C5EC-6CAE139D18BA}"/>
          </ac:spMkLst>
        </pc:spChg>
        <pc:spChg chg="add mod">
          <ac:chgData name="Razaan Rasyid" userId="99fbae82dd97ec24" providerId="LiveId" clId="{B75DBBDD-9671-4A08-8AD8-7B232197D4B4}" dt="2026-10-18T14:05:07.426" v="6388"/>
          <ac:spMkLst>
            <pc:docMk/>
            <pc:sldMk cId="1569902630" sldId="299"/>
            <ac:spMk id="40" creationId="{68B6E0B8-9894-3C12-01BB-08217B619E83}"/>
          </ac:spMkLst>
        </pc:spChg>
        <pc:spChg chg="add mod">
          <ac:chgData name="Razaan Rasyid" userId="99fbae82dd97ec24" providerId="LiveId" clId="{B75DBBDD-9671-4A08-8AD8-7B232197D4B4}" dt="2026-10-18T13:42:56.144" v="6269" actId="555"/>
          <ac:spMkLst>
            <pc:docMk/>
            <pc:sldMk cId="1569902630" sldId="299"/>
            <ac:spMk id="42" creationId="{FB88A71C-3E4A-6FD5-82EF-FE24343F8EA5}"/>
          </ac:spMkLst>
        </pc:spChg>
        <pc:spChg chg="add mod">
          <ac:chgData name="Razaan Rasyid" userId="99fbae82dd97ec24" providerId="LiveId" clId="{B75DBBDD-9671-4A08-8AD8-7B232197D4B4}" dt="2026-10-18T13:00:09.576" v="5832" actId="21"/>
          <ac:spMkLst>
            <pc:docMk/>
            <pc:sldMk cId="1569902630" sldId="299"/>
            <ac:spMk id="44" creationId="{D6EC52A7-939C-E113-6F2E-EAE062E1F4CC}"/>
          </ac:spMkLst>
        </pc:spChg>
        <pc:spChg chg="mod topLvl">
          <ac:chgData name="Razaan Rasyid" userId="99fbae82dd97ec24" providerId="LiveId" clId="{B75DBBDD-9671-4A08-8AD8-7B232197D4B4}" dt="2026-10-18T13:43:12.542" v="6272" actId="555"/>
          <ac:spMkLst>
            <pc:docMk/>
            <pc:sldMk cId="1569902630" sldId="299"/>
            <ac:spMk id="46" creationId="{4931A502-03B4-12DF-4639-689BAE90D4BA}"/>
          </ac:spMkLst>
        </pc:spChg>
        <pc:spChg chg="mod topLvl">
          <ac:chgData name="Razaan Rasyid" userId="99fbae82dd97ec24" providerId="LiveId" clId="{B75DBBDD-9671-4A08-8AD8-7B232197D4B4}" dt="2026-10-18T13:43:12.542" v="6272" actId="555"/>
          <ac:spMkLst>
            <pc:docMk/>
            <pc:sldMk cId="1569902630" sldId="299"/>
            <ac:spMk id="47" creationId="{39EACB0A-61FA-8453-6B18-212359B217DE}"/>
          </ac:spMkLst>
        </pc:spChg>
        <pc:spChg chg="mod topLvl">
          <ac:chgData name="Razaan Rasyid" userId="99fbae82dd97ec24" providerId="LiveId" clId="{B75DBBDD-9671-4A08-8AD8-7B232197D4B4}" dt="2026-10-18T13:43:12.542" v="6272" actId="555"/>
          <ac:spMkLst>
            <pc:docMk/>
            <pc:sldMk cId="1569902630" sldId="299"/>
            <ac:spMk id="48" creationId="{493B8121-0FB4-E65D-38E5-E00165C6B911}"/>
          </ac:spMkLst>
        </pc:spChg>
        <pc:spChg chg="add mod">
          <ac:chgData name="Razaan Rasyid" userId="99fbae82dd97ec24" providerId="LiveId" clId="{B75DBBDD-9671-4A08-8AD8-7B232197D4B4}" dt="2026-10-18T13:43:12.542" v="6272" actId="555"/>
          <ac:spMkLst>
            <pc:docMk/>
            <pc:sldMk cId="1569902630" sldId="299"/>
            <ac:spMk id="51" creationId="{ED3B923E-F8D9-A4EB-1719-A7893588F9E3}"/>
          </ac:spMkLst>
        </pc:spChg>
        <pc:spChg chg="add mod">
          <ac:chgData name="Razaan Rasyid" userId="99fbae82dd97ec24" providerId="LiveId" clId="{B75DBBDD-9671-4A08-8AD8-7B232197D4B4}" dt="2026-10-18T14:04:32.995" v="6386" actId="20577"/>
          <ac:spMkLst>
            <pc:docMk/>
            <pc:sldMk cId="1569902630" sldId="299"/>
            <ac:spMk id="53" creationId="{74BE70D8-2ED7-4E8E-AE17-3A47D625621C}"/>
          </ac:spMkLst>
        </pc:spChg>
        <pc:spChg chg="add mod">
          <ac:chgData name="Razaan Rasyid" userId="99fbae82dd97ec24" providerId="LiveId" clId="{B75DBBDD-9671-4A08-8AD8-7B232197D4B4}" dt="2026-10-18T14:07:13.783" v="6424" actId="14100"/>
          <ac:spMkLst>
            <pc:docMk/>
            <pc:sldMk cId="1569902630" sldId="299"/>
            <ac:spMk id="60" creationId="{3174BC83-4AED-D432-1812-9E94DE1B1F1F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62" creationId="{59B7E394-3A8B-B224-A2E1-A6D7C737E096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64" creationId="{1E2062AF-C52E-2602-4FB6-1088DEC4B09A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66" creationId="{C967B8D6-AD01-18C4-C9F6-C6709C3DFA91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68" creationId="{FE918A3E-8A19-BB74-8C2D-7255DBF38247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70" creationId="{5353BF70-3116-8EF0-E382-ED395015D458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72" creationId="{E93313DF-1CAB-2847-CDD3-E0E96C2437EC}"/>
          </ac:spMkLst>
        </pc:spChg>
        <pc:spChg chg="add del">
          <ac:chgData name="Razaan Rasyid" userId="99fbae82dd97ec24" providerId="LiveId" clId="{B75DBBDD-9671-4A08-8AD8-7B232197D4B4}" dt="2026-10-18T13:04:20.143" v="5886" actId="22"/>
          <ac:spMkLst>
            <pc:docMk/>
            <pc:sldMk cId="1569902630" sldId="299"/>
            <ac:spMk id="74" creationId="{3CC117F2-1040-096B-B8CC-791CA416FF28}"/>
          </ac:spMkLst>
        </pc:spChg>
        <pc:spChg chg="add">
          <ac:chgData name="Razaan Rasyid" userId="99fbae82dd97ec24" providerId="LiveId" clId="{B75DBBDD-9671-4A08-8AD8-7B232197D4B4}" dt="2026-10-18T13:04:22.841" v="5887" actId="22"/>
          <ac:spMkLst>
            <pc:docMk/>
            <pc:sldMk cId="1569902630" sldId="299"/>
            <ac:spMk id="76" creationId="{880FDBE2-ABB5-D2BC-BF64-71DF31B53D4A}"/>
          </ac:spMkLst>
        </pc:spChg>
        <pc:spChg chg="add">
          <ac:chgData name="Razaan Rasyid" userId="99fbae82dd97ec24" providerId="LiveId" clId="{B75DBBDD-9671-4A08-8AD8-7B232197D4B4}" dt="2026-10-18T13:04:22.841" v="5887" actId="22"/>
          <ac:spMkLst>
            <pc:docMk/>
            <pc:sldMk cId="1569902630" sldId="299"/>
            <ac:spMk id="78" creationId="{817A59D9-8AC5-7D61-BBD6-E5C0AAFB0F2B}"/>
          </ac:spMkLst>
        </pc:spChg>
        <pc:spChg chg="add mod">
          <ac:chgData name="Razaan Rasyid" userId="99fbae82dd97ec24" providerId="LiveId" clId="{B75DBBDD-9671-4A08-8AD8-7B232197D4B4}" dt="2026-10-18T14:07:54.454" v="6426"/>
          <ac:spMkLst>
            <pc:docMk/>
            <pc:sldMk cId="1569902630" sldId="299"/>
            <ac:spMk id="80" creationId="{5E92262C-052A-FC1E-8629-FB9E11EEE600}"/>
          </ac:spMkLst>
        </pc:spChg>
        <pc:spChg chg="add mod">
          <ac:chgData name="Razaan Rasyid" userId="99fbae82dd97ec24" providerId="LiveId" clId="{B75DBBDD-9671-4A08-8AD8-7B232197D4B4}" dt="2026-10-18T13:26:34.228" v="6101" actId="113"/>
          <ac:spMkLst>
            <pc:docMk/>
            <pc:sldMk cId="1569902630" sldId="299"/>
            <ac:spMk id="82" creationId="{A7B707F0-6D94-BE78-E98A-5798E3F870B7}"/>
          </ac:spMkLst>
        </pc:spChg>
        <pc:spChg chg="add mod">
          <ac:chgData name="Razaan Rasyid" userId="99fbae82dd97ec24" providerId="LiveId" clId="{B75DBBDD-9671-4A08-8AD8-7B232197D4B4}" dt="2026-10-18T13:26:53.760" v="6102"/>
          <ac:spMkLst>
            <pc:docMk/>
            <pc:sldMk cId="1569902630" sldId="299"/>
            <ac:spMk id="84" creationId="{21084635-E654-9F68-2B3B-513DC0888818}"/>
          </ac:spMkLst>
        </pc:spChg>
        <pc:spChg chg="add mod">
          <ac:chgData name="Razaan Rasyid" userId="99fbae82dd97ec24" providerId="LiveId" clId="{B75DBBDD-9671-4A08-8AD8-7B232197D4B4}" dt="2026-10-18T14:09:13.037" v="6440" actId="20577"/>
          <ac:spMkLst>
            <pc:docMk/>
            <pc:sldMk cId="1569902630" sldId="299"/>
            <ac:spMk id="86" creationId="{E4A1A828-C70B-F02F-6A74-3E8FB6C79DE6}"/>
          </ac:spMkLst>
        </pc:spChg>
        <pc:spChg chg="add mod">
          <ac:chgData name="Razaan Rasyid" userId="99fbae82dd97ec24" providerId="LiveId" clId="{B75DBBDD-9671-4A08-8AD8-7B232197D4B4}" dt="2026-10-18T14:09:33.780" v="6441"/>
          <ac:spMkLst>
            <pc:docMk/>
            <pc:sldMk cId="1569902630" sldId="299"/>
            <ac:spMk id="88" creationId="{E27B8B16-BC8C-CE72-8E31-61D4819E0993}"/>
          </ac:spMkLst>
        </pc:spChg>
        <pc:spChg chg="add mod">
          <ac:chgData name="Razaan Rasyid" userId="99fbae82dd97ec24" providerId="LiveId" clId="{B75DBBDD-9671-4A08-8AD8-7B232197D4B4}" dt="2026-10-18T14:09:41.184" v="6450" actId="20577"/>
          <ac:spMkLst>
            <pc:docMk/>
            <pc:sldMk cId="1569902630" sldId="299"/>
            <ac:spMk id="90" creationId="{A5E752EB-92FB-DCD4-E051-D2761E3F4B5C}"/>
          </ac:spMkLst>
        </pc:spChg>
        <pc:spChg chg="add mod">
          <ac:chgData name="Razaan Rasyid" userId="99fbae82dd97ec24" providerId="LiveId" clId="{B75DBBDD-9671-4A08-8AD8-7B232197D4B4}" dt="2026-10-18T14:07:23.413" v="6425" actId="14100"/>
          <ac:spMkLst>
            <pc:docMk/>
            <pc:sldMk cId="1569902630" sldId="299"/>
            <ac:spMk id="93" creationId="{F88869B7-90A9-85A5-DE26-0C1CEADC9AAA}"/>
          </ac:spMkLst>
        </pc:spChg>
        <pc:spChg chg="add mod">
          <ac:chgData name="Razaan Rasyid" userId="99fbae82dd97ec24" providerId="LiveId" clId="{B75DBBDD-9671-4A08-8AD8-7B232197D4B4}" dt="2026-10-18T13:38:16.076" v="6180"/>
          <ac:spMkLst>
            <pc:docMk/>
            <pc:sldMk cId="1569902630" sldId="299"/>
            <ac:spMk id="97" creationId="{363A3B7B-A31F-698C-9F3B-41DEB0416A76}"/>
          </ac:spMkLst>
        </pc:spChg>
        <pc:spChg chg="add mod">
          <ac:chgData name="Razaan Rasyid" userId="99fbae82dd97ec24" providerId="LiveId" clId="{B75DBBDD-9671-4A08-8AD8-7B232197D4B4}" dt="2026-10-18T13:39:10.799" v="6198" actId="20577"/>
          <ac:spMkLst>
            <pc:docMk/>
            <pc:sldMk cId="1569902630" sldId="299"/>
            <ac:spMk id="100" creationId="{567E2B7E-A7CA-0099-1CE5-9FFA8CB1F3A3}"/>
          </ac:spMkLst>
        </pc:spChg>
        <pc:spChg chg="add mod">
          <ac:chgData name="Razaan Rasyid" userId="99fbae82dd97ec24" providerId="LiveId" clId="{B75DBBDD-9671-4A08-8AD8-7B232197D4B4}" dt="2026-10-18T13:39:15.504" v="6202" actId="20577"/>
          <ac:spMkLst>
            <pc:docMk/>
            <pc:sldMk cId="1569902630" sldId="299"/>
            <ac:spMk id="102" creationId="{5B124708-DAC7-4D5B-7629-3FFC974CF52C}"/>
          </ac:spMkLst>
        </pc:spChg>
        <pc:spChg chg="add mod">
          <ac:chgData name="Razaan Rasyid" userId="99fbae82dd97ec24" providerId="LiveId" clId="{B75DBBDD-9671-4A08-8AD8-7B232197D4B4}" dt="2026-10-18T13:39:19.798" v="6205" actId="20577"/>
          <ac:spMkLst>
            <pc:docMk/>
            <pc:sldMk cId="1569902630" sldId="299"/>
            <ac:spMk id="104" creationId="{4D8778E3-27DE-A1D2-B132-17B33ED400F0}"/>
          </ac:spMkLst>
        </pc:spChg>
        <pc:spChg chg="add mod">
          <ac:chgData name="Razaan Rasyid" userId="99fbae82dd97ec24" providerId="LiveId" clId="{B75DBBDD-9671-4A08-8AD8-7B232197D4B4}" dt="2026-10-18T14:03:18.967" v="6384" actId="20577"/>
          <ac:spMkLst>
            <pc:docMk/>
            <pc:sldMk cId="1569902630" sldId="299"/>
            <ac:spMk id="106" creationId="{F331CACE-F5DB-39CC-9D32-9506A6552692}"/>
          </ac:spMkLst>
        </pc:spChg>
        <pc:spChg chg="add mod">
          <ac:chgData name="Razaan Rasyid" userId="99fbae82dd97ec24" providerId="LiveId" clId="{B75DBBDD-9671-4A08-8AD8-7B232197D4B4}" dt="2026-10-18T13:39:28.484" v="6210" actId="20577"/>
          <ac:spMkLst>
            <pc:docMk/>
            <pc:sldMk cId="1569902630" sldId="299"/>
            <ac:spMk id="108" creationId="{25CA1F1F-B225-D10C-E961-CA13948B85B8}"/>
          </ac:spMkLst>
        </pc:spChg>
        <pc:grpChg chg="add del mod">
          <ac:chgData name="Razaan Rasyid" userId="99fbae82dd97ec24" providerId="LiveId" clId="{B75DBBDD-9671-4A08-8AD8-7B232197D4B4}" dt="2026-10-18T13:00:43.165" v="5841" actId="165"/>
          <ac:grpSpMkLst>
            <pc:docMk/>
            <pc:sldMk cId="1569902630" sldId="299"/>
            <ac:grpSpMk id="45" creationId="{99D67C5F-A666-20F3-C0D7-339AE06063D0}"/>
          </ac:grpSpMkLst>
        </pc:grpChg>
        <pc:grpChg chg="add mod">
          <ac:chgData name="Razaan Rasyid" userId="99fbae82dd97ec24" providerId="LiveId" clId="{B75DBBDD-9671-4A08-8AD8-7B232197D4B4}" dt="2026-10-18T13:43:12.542" v="6272" actId="555"/>
          <ac:grpSpMkLst>
            <pc:docMk/>
            <pc:sldMk cId="1569902630" sldId="299"/>
            <ac:grpSpMk id="55" creationId="{FB2C3995-393E-54B4-BDB8-E59B5B368C86}"/>
          </ac:grpSpMkLst>
        </pc:grpChg>
        <pc:grpChg chg="add mod">
          <ac:chgData name="Razaan Rasyid" userId="99fbae82dd97ec24" providerId="LiveId" clId="{B75DBBDD-9671-4A08-8AD8-7B232197D4B4}" dt="2026-10-18T13:43:12.542" v="6272" actId="555"/>
          <ac:grpSpMkLst>
            <pc:docMk/>
            <pc:sldMk cId="1569902630" sldId="299"/>
            <ac:grpSpMk id="56" creationId="{E745A027-AD13-D8D2-6FA8-041B16745DC3}"/>
          </ac:grpSpMkLst>
        </pc:grpChg>
        <pc:grpChg chg="add mod">
          <ac:chgData name="Razaan Rasyid" userId="99fbae82dd97ec24" providerId="LiveId" clId="{B75DBBDD-9671-4A08-8AD8-7B232197D4B4}" dt="2026-10-18T13:43:12.542" v="6272" actId="555"/>
          <ac:grpSpMkLst>
            <pc:docMk/>
            <pc:sldMk cId="1569902630" sldId="299"/>
            <ac:grpSpMk id="57" creationId="{1327A84C-A660-5169-CF46-06ACD8C87516}"/>
          </ac:grpSpMkLst>
        </pc:grpChg>
        <pc:grpChg chg="add mod">
          <ac:chgData name="Razaan Rasyid" userId="99fbae82dd97ec24" providerId="LiveId" clId="{B75DBBDD-9671-4A08-8AD8-7B232197D4B4}" dt="2026-10-18T13:04:34.866" v="5889" actId="164"/>
          <ac:grpSpMkLst>
            <pc:docMk/>
            <pc:sldMk cId="1569902630" sldId="299"/>
            <ac:grpSpMk id="58" creationId="{2A2CB816-DDA3-C376-30BA-66062B7B46E3}"/>
          </ac:grpSpMkLst>
        </pc:grpChg>
        <pc:grpChg chg="add mod">
          <ac:chgData name="Razaan Rasyid" userId="99fbae82dd97ec24" providerId="LiveId" clId="{B75DBBDD-9671-4A08-8AD8-7B232197D4B4}" dt="2026-10-18T13:43:35.145" v="6294" actId="1037"/>
          <ac:grpSpMkLst>
            <pc:docMk/>
            <pc:sldMk cId="1569902630" sldId="299"/>
            <ac:grpSpMk id="91" creationId="{78F86C11-B9CE-BA1D-C6EA-BDC2465055B4}"/>
          </ac:grpSpMkLst>
        </pc:grpChg>
        <pc:grpChg chg="add mod">
          <ac:chgData name="Razaan Rasyid" userId="99fbae82dd97ec24" providerId="LiveId" clId="{B75DBBDD-9671-4A08-8AD8-7B232197D4B4}" dt="2026-10-18T13:38:58.810" v="6191" actId="465"/>
          <ac:grpSpMkLst>
            <pc:docMk/>
            <pc:sldMk cId="1569902630" sldId="299"/>
            <ac:grpSpMk id="109" creationId="{4E758A62-4903-0C34-3094-C205CDBC36D7}"/>
          </ac:grpSpMkLst>
        </pc:grpChg>
        <pc:grpChg chg="add mod">
          <ac:chgData name="Razaan Rasyid" userId="99fbae82dd97ec24" providerId="LiveId" clId="{B75DBBDD-9671-4A08-8AD8-7B232197D4B4}" dt="2026-10-18T13:43:04.580" v="6271" actId="555"/>
          <ac:grpSpMkLst>
            <pc:docMk/>
            <pc:sldMk cId="1569902630" sldId="299"/>
            <ac:grpSpMk id="110" creationId="{CA627C2A-904F-810F-C416-9E905ABD9200}"/>
          </ac:grpSpMkLst>
        </pc:grpChg>
        <pc:graphicFrameChg chg="add mod">
          <ac:chgData name="Razaan Rasyid" userId="99fbae82dd97ec24" providerId="LiveId" clId="{B75DBBDD-9671-4A08-8AD8-7B232197D4B4}" dt="2026-10-18T14:54:54.183" v="6626" actId="14100"/>
          <ac:graphicFrameMkLst>
            <pc:docMk/>
            <pc:sldMk cId="1569902630" sldId="299"/>
            <ac:graphicFrameMk id="39" creationId="{8367D28D-4D6C-F583-48B1-0D42AF6FAE3B}"/>
          </ac:graphicFrameMkLst>
        </pc:graphicFrameChg>
        <pc:graphicFrameChg chg="add mod">
          <ac:chgData name="Razaan Rasyid" userId="99fbae82dd97ec24" providerId="LiveId" clId="{B75DBBDD-9671-4A08-8AD8-7B232197D4B4}" dt="2026-10-18T13:22:47.603" v="6039"/>
          <ac:graphicFrameMkLst>
            <pc:docMk/>
            <pc:sldMk cId="1569902630" sldId="299"/>
            <ac:graphicFrameMk id="94" creationId="{AFF1963F-88AC-39D8-AD21-AD01C9EE3863}"/>
          </ac:graphicFrameMkLst>
        </pc:graphicFrameChg>
        <pc:cxnChg chg="add mod">
          <ac:chgData name="Razaan Rasyid" userId="99fbae82dd97ec24" providerId="LiveId" clId="{B75DBBDD-9671-4A08-8AD8-7B232197D4B4}" dt="2026-10-18T13:43:04.580" v="6271" actId="555"/>
          <ac:cxnSpMkLst>
            <pc:docMk/>
            <pc:sldMk cId="1569902630" sldId="299"/>
            <ac:cxnSpMk id="10" creationId="{7BEAE0C2-0446-15B2-6399-CF1BC7BCA704}"/>
          </ac:cxnSpMkLst>
        </pc:cxnChg>
        <pc:cxnChg chg="mod">
          <ac:chgData name="Razaan Rasyid" userId="99fbae82dd97ec24" providerId="LiveId" clId="{B75DBBDD-9671-4A08-8AD8-7B232197D4B4}" dt="2026-10-18T13:40:01.436" v="6231" actId="1036"/>
          <ac:cxnSpMkLst>
            <pc:docMk/>
            <pc:sldMk cId="1569902630" sldId="299"/>
            <ac:cxnSpMk id="17" creationId="{425F564C-993E-C4A9-2017-384DB41AD688}"/>
          </ac:cxnSpMkLst>
        </pc:cxnChg>
        <pc:cxnChg chg="mod">
          <ac:chgData name="Razaan Rasyid" userId="99fbae82dd97ec24" providerId="LiveId" clId="{B75DBBDD-9671-4A08-8AD8-7B232197D4B4}" dt="2026-10-18T13:37:14.047" v="6155" actId="12789"/>
          <ac:cxnSpMkLst>
            <pc:docMk/>
            <pc:sldMk cId="1569902630" sldId="299"/>
            <ac:cxnSpMk id="23" creationId="{B1441604-DF4D-AF55-F1D7-F152DBCF7A8A}"/>
          </ac:cxnSpMkLst>
        </pc:cxnChg>
        <pc:cxnChg chg="mod">
          <ac:chgData name="Razaan Rasyid" userId="99fbae82dd97ec24" providerId="LiveId" clId="{B75DBBDD-9671-4A08-8AD8-7B232197D4B4}" dt="2026-10-18T13:37:14.047" v="6155" actId="12789"/>
          <ac:cxnSpMkLst>
            <pc:docMk/>
            <pc:sldMk cId="1569902630" sldId="299"/>
            <ac:cxnSpMk id="29" creationId="{8A02B679-EA2C-0571-FE29-90FBA12F7C93}"/>
          </ac:cxnSpMkLst>
        </pc:cxnChg>
        <pc:cxnChg chg="mod">
          <ac:chgData name="Razaan Rasyid" userId="99fbae82dd97ec24" providerId="LiveId" clId="{B75DBBDD-9671-4A08-8AD8-7B232197D4B4}" dt="2026-10-18T13:37:48.706" v="6166" actId="553"/>
          <ac:cxnSpMkLst>
            <pc:docMk/>
            <pc:sldMk cId="1569902630" sldId="299"/>
            <ac:cxnSpMk id="35" creationId="{B93DC984-A7E3-099F-CF84-0F0FEC23CBD2}"/>
          </ac:cxnSpMkLst>
        </pc:cxnChg>
        <pc:cxnChg chg="add mod">
          <ac:chgData name="Razaan Rasyid" userId="99fbae82dd97ec24" providerId="LiveId" clId="{B75DBBDD-9671-4A08-8AD8-7B232197D4B4}" dt="2026-10-18T13:42:59.272" v="6270" actId="164"/>
          <ac:cxnSpMkLst>
            <pc:docMk/>
            <pc:sldMk cId="1569902630" sldId="299"/>
            <ac:cxnSpMk id="41" creationId="{1403801F-8AC4-F6F1-8D22-564FCA359CD4}"/>
          </ac:cxnSpMkLst>
        </pc:cxnChg>
        <pc:cxnChg chg="mod topLvl">
          <ac:chgData name="Razaan Rasyid" userId="99fbae82dd97ec24" providerId="LiveId" clId="{B75DBBDD-9671-4A08-8AD8-7B232197D4B4}" dt="2026-10-18T13:01:47.138" v="5868" actId="164"/>
          <ac:cxnSpMkLst>
            <pc:docMk/>
            <pc:sldMk cId="1569902630" sldId="299"/>
            <ac:cxnSpMk id="49" creationId="{433D8F55-B539-7472-4553-F2E87AC9044E}"/>
          </ac:cxnSpMkLst>
        </pc:cxnChg>
        <pc:cxnChg chg="mod topLvl">
          <ac:chgData name="Razaan Rasyid" userId="99fbae82dd97ec24" providerId="LiveId" clId="{B75DBBDD-9671-4A08-8AD8-7B232197D4B4}" dt="2026-10-18T13:01:51.552" v="5870" actId="164"/>
          <ac:cxnSpMkLst>
            <pc:docMk/>
            <pc:sldMk cId="1569902630" sldId="299"/>
            <ac:cxnSpMk id="50" creationId="{9132251C-E94A-1E3C-AC67-7DB68AD3FB4A}"/>
          </ac:cxnSpMkLst>
        </pc:cxnChg>
        <pc:cxnChg chg="add mod">
          <ac:chgData name="Razaan Rasyid" userId="99fbae82dd97ec24" providerId="LiveId" clId="{B75DBBDD-9671-4A08-8AD8-7B232197D4B4}" dt="2026-10-18T13:02:58.299" v="5875" actId="1582"/>
          <ac:cxnSpMkLst>
            <pc:docMk/>
            <pc:sldMk cId="1569902630" sldId="299"/>
            <ac:cxnSpMk id="52" creationId="{E16F4A4A-CEF8-6A78-AFAB-E47107E09EE6}"/>
          </ac:cxnSpMkLst>
        </pc:cxnChg>
        <pc:cxnChg chg="add mod">
          <ac:chgData name="Razaan Rasyid" userId="99fbae82dd97ec24" providerId="LiveId" clId="{B75DBBDD-9671-4A08-8AD8-7B232197D4B4}" dt="2026-10-18T13:02:58.299" v="5875" actId="1582"/>
          <ac:cxnSpMkLst>
            <pc:docMk/>
            <pc:sldMk cId="1569902630" sldId="299"/>
            <ac:cxnSpMk id="54" creationId="{E11EEA62-D0E7-AF2C-1A17-B7938AA0DA15}"/>
          </ac:cxnSpMkLst>
        </pc:cxnChg>
        <pc:cxnChg chg="add mod">
          <ac:chgData name="Razaan Rasyid" userId="99fbae82dd97ec24" providerId="LiveId" clId="{B75DBBDD-9671-4A08-8AD8-7B232197D4B4}" dt="2026-10-18T13:38:49.325" v="6189" actId="555"/>
          <ac:cxnSpMkLst>
            <pc:docMk/>
            <pc:sldMk cId="1569902630" sldId="299"/>
            <ac:cxnSpMk id="95" creationId="{B361D98D-0F24-1C6C-1380-E829DA4FD7D3}"/>
          </ac:cxnSpMkLst>
        </pc:cxnChg>
        <pc:cxnChg chg="add mod">
          <ac:chgData name="Razaan Rasyid" userId="99fbae82dd97ec24" providerId="LiveId" clId="{B75DBBDD-9671-4A08-8AD8-7B232197D4B4}" dt="2026-10-18T13:38:16.076" v="6180"/>
          <ac:cxnSpMkLst>
            <pc:docMk/>
            <pc:sldMk cId="1569902630" sldId="299"/>
            <ac:cxnSpMk id="98" creationId="{F4B69336-9CCC-427E-D9EF-8761945CD68B}"/>
          </ac:cxnSpMkLst>
        </pc:cxnChg>
      </pc:sldChg>
      <pc:sldChg chg="mod modShow">
        <pc:chgData name="Razaan Rasyid" userId="99fbae82dd97ec24" providerId="LiveId" clId="{B75DBBDD-9671-4A08-8AD8-7B232197D4B4}" dt="2026-10-18T03:33:47.210" v="632" actId="729"/>
        <pc:sldMkLst>
          <pc:docMk/>
          <pc:sldMk cId="3191041250" sldId="305"/>
        </pc:sldMkLst>
      </pc:sldChg>
      <pc:sldChg chg="addSp modSp mod modShow">
        <pc:chgData name="Razaan Rasyid" userId="99fbae82dd97ec24" providerId="LiveId" clId="{B75DBBDD-9671-4A08-8AD8-7B232197D4B4}" dt="2026-10-18T09:54:36.150" v="5104" actId="729"/>
        <pc:sldMkLst>
          <pc:docMk/>
          <pc:sldMk cId="4157821777" sldId="306"/>
        </pc:sldMkLst>
        <pc:spChg chg="mod">
          <ac:chgData name="Razaan Rasyid" userId="99fbae82dd97ec24" providerId="LiveId" clId="{B75DBBDD-9671-4A08-8AD8-7B232197D4B4}" dt="2026-10-18T08:50:17.461" v="4749" actId="1076"/>
          <ac:spMkLst>
            <pc:docMk/>
            <pc:sldMk cId="4157821777" sldId="306"/>
            <ac:spMk id="7" creationId="{23683D59-A850-F5A7-5EAF-38F3979C2D0E}"/>
          </ac:spMkLst>
        </pc:spChg>
        <pc:spChg chg="mod">
          <ac:chgData name="Razaan Rasyid" userId="99fbae82dd97ec24" providerId="LiveId" clId="{B75DBBDD-9671-4A08-8AD8-7B232197D4B4}" dt="2026-10-18T07:39:57.345" v="4164" actId="113"/>
          <ac:spMkLst>
            <pc:docMk/>
            <pc:sldMk cId="4157821777" sldId="306"/>
            <ac:spMk id="8" creationId="{178C4197-5B5B-4409-A313-0A8B80F8459C}"/>
          </ac:spMkLst>
        </pc:spChg>
        <pc:spChg chg="add mod">
          <ac:chgData name="Razaan Rasyid" userId="99fbae82dd97ec24" providerId="LiveId" clId="{B75DBBDD-9671-4A08-8AD8-7B232197D4B4}" dt="2026-10-18T08:50:15.522" v="4748" actId="14100"/>
          <ac:spMkLst>
            <pc:docMk/>
            <pc:sldMk cId="4157821777" sldId="306"/>
            <ac:spMk id="9" creationId="{C83872D4-3876-4711-7F7F-2FC4734B0AA6}"/>
          </ac:spMkLst>
        </pc:spChg>
      </pc:sldChg>
      <pc:sldChg chg="addSp delSp modSp add mod">
        <pc:chgData name="Razaan Rasyid" userId="99fbae82dd97ec24" providerId="LiveId" clId="{B75DBBDD-9671-4A08-8AD8-7B232197D4B4}" dt="2026-10-18T14:52:03.033" v="6614" actId="20577"/>
        <pc:sldMkLst>
          <pc:docMk/>
          <pc:sldMk cId="717867797" sldId="307"/>
        </pc:sldMkLst>
        <pc:spChg chg="mod">
          <ac:chgData name="Razaan Rasyid" userId="99fbae82dd97ec24" providerId="LiveId" clId="{B75DBBDD-9671-4A08-8AD8-7B232197D4B4}" dt="2026-10-18T14:52:03.033" v="6614" actId="20577"/>
          <ac:spMkLst>
            <pc:docMk/>
            <pc:sldMk cId="717867797" sldId="307"/>
            <ac:spMk id="2" creationId="{9F8C7A3F-F519-B5CD-2313-FC9CEA1936F7}"/>
          </ac:spMkLst>
        </pc:spChg>
        <pc:spChg chg="del mod">
          <ac:chgData name="Razaan Rasyid" userId="99fbae82dd97ec24" providerId="LiveId" clId="{B75DBBDD-9671-4A08-8AD8-7B232197D4B4}" dt="2026-10-18T14:50:30.894" v="6595" actId="478"/>
          <ac:spMkLst>
            <pc:docMk/>
            <pc:sldMk cId="717867797" sldId="307"/>
            <ac:spMk id="8" creationId="{C807A027-4885-D074-7A98-DADA8E4D0010}"/>
          </ac:spMkLst>
        </pc:spChg>
        <pc:spChg chg="del mod topLvl">
          <ac:chgData name="Razaan Rasyid" userId="99fbae82dd97ec24" providerId="LiveId" clId="{B75DBBDD-9671-4A08-8AD8-7B232197D4B4}" dt="2026-10-18T06:50:26.195" v="3908" actId="478"/>
          <ac:spMkLst>
            <pc:docMk/>
            <pc:sldMk cId="717867797" sldId="307"/>
            <ac:spMk id="8" creationId="{F668EFDF-2977-DEA9-3CB7-673FD6A5ACCC}"/>
          </ac:spMkLst>
        </pc:spChg>
        <pc:spChg chg="mod topLvl">
          <ac:chgData name="Razaan Rasyid" userId="99fbae82dd97ec24" providerId="LiveId" clId="{B75DBBDD-9671-4A08-8AD8-7B232197D4B4}" dt="2026-10-18T06:50:07.674" v="3907" actId="1076"/>
          <ac:spMkLst>
            <pc:docMk/>
            <pc:sldMk cId="717867797" sldId="307"/>
            <ac:spMk id="9" creationId="{4B788F9E-93D1-4669-0DD5-CEC72AABEEE7}"/>
          </ac:spMkLst>
        </pc:spChg>
        <pc:spChg chg="del">
          <ac:chgData name="Razaan Rasyid" userId="99fbae82dd97ec24" providerId="LiveId" clId="{B75DBBDD-9671-4A08-8AD8-7B232197D4B4}" dt="2026-10-18T06:24:00.924" v="3309" actId="478"/>
          <ac:spMkLst>
            <pc:docMk/>
            <pc:sldMk cId="717867797" sldId="307"/>
            <ac:spMk id="10" creationId="{EBF6F18A-B60D-BE81-0076-A090740106CD}"/>
          </ac:spMkLst>
        </pc:spChg>
        <pc:spChg chg="add mod">
          <ac:chgData name="Razaan Rasyid" userId="99fbae82dd97ec24" providerId="LiveId" clId="{B75DBBDD-9671-4A08-8AD8-7B232197D4B4}" dt="2026-10-18T06:56:21.753" v="3917" actId="1035"/>
          <ac:spMkLst>
            <pc:docMk/>
            <pc:sldMk cId="717867797" sldId="307"/>
            <ac:spMk id="12" creationId="{77EFA7DB-BA84-B90C-62EA-97E8BBE54D80}"/>
          </ac:spMkLst>
        </pc:spChg>
        <pc:spChg chg="mod topLvl">
          <ac:chgData name="Razaan Rasyid" userId="99fbae82dd97ec24" providerId="LiveId" clId="{B75DBBDD-9671-4A08-8AD8-7B232197D4B4}" dt="2026-10-18T06:50:28.513" v="3909" actId="1076"/>
          <ac:spMkLst>
            <pc:docMk/>
            <pc:sldMk cId="717867797" sldId="307"/>
            <ac:spMk id="13" creationId="{C850578C-2F3E-9CA6-088E-C0B526AEF0AF}"/>
          </ac:spMkLst>
        </pc:spChg>
        <pc:spChg chg="mod">
          <ac:chgData name="Razaan Rasyid" userId="99fbae82dd97ec24" providerId="LiveId" clId="{B75DBBDD-9671-4A08-8AD8-7B232197D4B4}" dt="2026-10-18T06:54:55.993" v="3912" actId="1076"/>
          <ac:spMkLst>
            <pc:docMk/>
            <pc:sldMk cId="717867797" sldId="307"/>
            <ac:spMk id="17" creationId="{AD8C783E-6F41-4D8F-6A30-38F64DA99D6D}"/>
          </ac:spMkLst>
        </pc:spChg>
        <pc:spChg chg="add">
          <ac:chgData name="Razaan Rasyid" userId="99fbae82dd97ec24" providerId="LiveId" clId="{B75DBBDD-9671-4A08-8AD8-7B232197D4B4}" dt="2026-10-18T06:27:22.083" v="3354" actId="22"/>
          <ac:spMkLst>
            <pc:docMk/>
            <pc:sldMk cId="717867797" sldId="307"/>
            <ac:spMk id="18" creationId="{5D9AF2C2-1EE2-A625-0E63-7018BFA2A9EF}"/>
          </ac:spMkLst>
        </pc:spChg>
        <pc:spChg chg="del mod">
          <ac:chgData name="Razaan Rasyid" userId="99fbae82dd97ec24" providerId="LiveId" clId="{B75DBBDD-9671-4A08-8AD8-7B232197D4B4}" dt="2026-10-18T06:45:43.527" v="3859" actId="478"/>
          <ac:spMkLst>
            <pc:docMk/>
            <pc:sldMk cId="717867797" sldId="307"/>
            <ac:spMk id="20" creationId="{132BC014-9D96-4C38-0DAF-CF74FE962095}"/>
          </ac:spMkLst>
        </pc:spChg>
        <pc:spChg chg="add del mod">
          <ac:chgData name="Razaan Rasyid" userId="99fbae82dd97ec24" providerId="LiveId" clId="{B75DBBDD-9671-4A08-8AD8-7B232197D4B4}" dt="2026-10-18T06:28:59.983" v="3367" actId="478"/>
          <ac:spMkLst>
            <pc:docMk/>
            <pc:sldMk cId="717867797" sldId="307"/>
            <ac:spMk id="20" creationId="{34A48DFC-251C-FB43-1DFF-DC9BF9E92FAD}"/>
          </ac:spMkLst>
        </pc:spChg>
        <pc:spChg chg="add mod ord topLvl">
          <ac:chgData name="Razaan Rasyid" userId="99fbae82dd97ec24" providerId="LiveId" clId="{B75DBBDD-9671-4A08-8AD8-7B232197D4B4}" dt="2026-10-18T14:51:35.067" v="6603" actId="14100"/>
          <ac:spMkLst>
            <pc:docMk/>
            <pc:sldMk cId="717867797" sldId="307"/>
            <ac:spMk id="22" creationId="{56D5AA73-045F-1162-D31E-27B4F52F4979}"/>
          </ac:spMkLst>
        </pc:spChg>
        <pc:spChg chg="add mod ord">
          <ac:chgData name="Razaan Rasyid" userId="99fbae82dd97ec24" providerId="LiveId" clId="{B75DBBDD-9671-4A08-8AD8-7B232197D4B4}" dt="2026-10-18T14:51:40.122" v="6609" actId="1036"/>
          <ac:spMkLst>
            <pc:docMk/>
            <pc:sldMk cId="717867797" sldId="307"/>
            <ac:spMk id="24" creationId="{224BFFCF-DA5D-2626-C96B-DDEF12E5B33E}"/>
          </ac:spMkLst>
        </pc:spChg>
        <pc:spChg chg="add mod topLvl">
          <ac:chgData name="Razaan Rasyid" userId="99fbae82dd97ec24" providerId="LiveId" clId="{B75DBBDD-9671-4A08-8AD8-7B232197D4B4}" dt="2026-10-18T06:41:28.284" v="3838" actId="2711"/>
          <ac:spMkLst>
            <pc:docMk/>
            <pc:sldMk cId="717867797" sldId="307"/>
            <ac:spMk id="26" creationId="{8AEA1BF9-E531-C93B-C2E4-5EF42A5FA3D3}"/>
          </ac:spMkLst>
        </pc:spChg>
        <pc:spChg chg="add mod ord topLvl">
          <ac:chgData name="Razaan Rasyid" userId="99fbae82dd97ec24" providerId="LiveId" clId="{B75DBBDD-9671-4A08-8AD8-7B232197D4B4}" dt="2026-10-18T14:45:18.348" v="6549" actId="2085"/>
          <ac:spMkLst>
            <pc:docMk/>
            <pc:sldMk cId="717867797" sldId="307"/>
            <ac:spMk id="28" creationId="{E608854D-A3EC-F18A-A422-AD17CA7EE546}"/>
          </ac:spMkLst>
        </pc:spChg>
        <pc:spChg chg="add mod ord topLvl">
          <ac:chgData name="Razaan Rasyid" userId="99fbae82dd97ec24" providerId="LiveId" clId="{B75DBBDD-9671-4A08-8AD8-7B232197D4B4}" dt="2026-10-18T14:46:13.264" v="6557" actId="208"/>
          <ac:spMkLst>
            <pc:docMk/>
            <pc:sldMk cId="717867797" sldId="307"/>
            <ac:spMk id="30" creationId="{E8392DB4-EDA4-4D15-0CCB-1F687AA0F408}"/>
          </ac:spMkLst>
        </pc:spChg>
        <pc:spChg chg="add mod">
          <ac:chgData name="Razaan Rasyid" userId="99fbae82dd97ec24" providerId="LiveId" clId="{B75DBBDD-9671-4A08-8AD8-7B232197D4B4}" dt="2026-10-18T08:34:50.557" v="4744" actId="114"/>
          <ac:spMkLst>
            <pc:docMk/>
            <pc:sldMk cId="717867797" sldId="307"/>
            <ac:spMk id="37" creationId="{C710795F-2476-CC9D-59CF-8B162747D919}"/>
          </ac:spMkLst>
        </pc:spChg>
        <pc:spChg chg="add mod">
          <ac:chgData name="Razaan Rasyid" userId="99fbae82dd97ec24" providerId="LiveId" clId="{B75DBBDD-9671-4A08-8AD8-7B232197D4B4}" dt="2026-10-18T06:48:35.612" v="3901" actId="1035"/>
          <ac:spMkLst>
            <pc:docMk/>
            <pc:sldMk cId="717867797" sldId="307"/>
            <ac:spMk id="39" creationId="{74905328-D4EC-3082-0BA7-0A59030B9AF2}"/>
          </ac:spMkLst>
        </pc:spChg>
        <pc:spChg chg="add mod">
          <ac:chgData name="Razaan Rasyid" userId="99fbae82dd97ec24" providerId="LiveId" clId="{B75DBBDD-9671-4A08-8AD8-7B232197D4B4}" dt="2026-10-18T06:48:35.612" v="3901" actId="1035"/>
          <ac:spMkLst>
            <pc:docMk/>
            <pc:sldMk cId="717867797" sldId="307"/>
            <ac:spMk id="41" creationId="{CD8C8787-B3F1-1A80-28CC-43326068A577}"/>
          </ac:spMkLst>
        </pc:spChg>
        <pc:spChg chg="add mod">
          <ac:chgData name="Razaan Rasyid" userId="99fbae82dd97ec24" providerId="LiveId" clId="{B75DBBDD-9671-4A08-8AD8-7B232197D4B4}" dt="2026-10-18T06:48:35.612" v="3901" actId="1035"/>
          <ac:spMkLst>
            <pc:docMk/>
            <pc:sldMk cId="717867797" sldId="307"/>
            <ac:spMk id="43" creationId="{4A72395F-3728-BBD3-DB4D-2D7136F21414}"/>
          </ac:spMkLst>
        </pc:spChg>
        <pc:spChg chg="add mod">
          <ac:chgData name="Razaan Rasyid" userId="99fbae82dd97ec24" providerId="LiveId" clId="{B75DBBDD-9671-4A08-8AD8-7B232197D4B4}" dt="2026-10-18T09:25:44.154" v="4891" actId="20577"/>
          <ac:spMkLst>
            <pc:docMk/>
            <pc:sldMk cId="717867797" sldId="307"/>
            <ac:spMk id="50" creationId="{79D5D8A1-0FED-4536-06A9-FD21AAA12908}"/>
          </ac:spMkLst>
        </pc:spChg>
        <pc:spChg chg="add mod">
          <ac:chgData name="Razaan Rasyid" userId="99fbae82dd97ec24" providerId="LiveId" clId="{B75DBBDD-9671-4A08-8AD8-7B232197D4B4}" dt="2026-10-18T09:20:07.809" v="4877" actId="20577"/>
          <ac:spMkLst>
            <pc:docMk/>
            <pc:sldMk cId="717867797" sldId="307"/>
            <ac:spMk id="52" creationId="{9C41E99A-180B-CD69-EA97-D31B1DE692C3}"/>
          </ac:spMkLst>
        </pc:spChg>
        <pc:spChg chg="add mod">
          <ac:chgData name="Razaan Rasyid" userId="99fbae82dd97ec24" providerId="LiveId" clId="{B75DBBDD-9671-4A08-8AD8-7B232197D4B4}" dt="2026-10-18T13:45:13.684" v="6296" actId="14100"/>
          <ac:spMkLst>
            <pc:docMk/>
            <pc:sldMk cId="717867797" sldId="307"/>
            <ac:spMk id="55" creationId="{3B25A6BA-1459-47BF-62FC-7F9D46CD10E5}"/>
          </ac:spMkLst>
        </pc:spChg>
        <pc:spChg chg="add mod">
          <ac:chgData name="Razaan Rasyid" userId="99fbae82dd97ec24" providerId="LiveId" clId="{B75DBBDD-9671-4A08-8AD8-7B232197D4B4}" dt="2026-10-18T09:02:57.908" v="4769" actId="465"/>
          <ac:spMkLst>
            <pc:docMk/>
            <pc:sldMk cId="717867797" sldId="307"/>
            <ac:spMk id="58" creationId="{F46D1348-09B0-1342-2D94-44CAA082B3D6}"/>
          </ac:spMkLst>
        </pc:spChg>
        <pc:spChg chg="add mod">
          <ac:chgData name="Razaan Rasyid" userId="99fbae82dd97ec24" providerId="LiveId" clId="{B75DBBDD-9671-4A08-8AD8-7B232197D4B4}" dt="2026-10-18T08:34:30.654" v="4742" actId="1076"/>
          <ac:spMkLst>
            <pc:docMk/>
            <pc:sldMk cId="717867797" sldId="307"/>
            <ac:spMk id="60" creationId="{2800F954-1FF3-33DA-393F-0467D06F0D9E}"/>
          </ac:spMkLst>
        </pc:spChg>
        <pc:spChg chg="add mod">
          <ac:chgData name="Razaan Rasyid" userId="99fbae82dd97ec24" providerId="LiveId" clId="{B75DBBDD-9671-4A08-8AD8-7B232197D4B4}" dt="2026-10-18T14:43:00.250" v="6546" actId="1076"/>
          <ac:spMkLst>
            <pc:docMk/>
            <pc:sldMk cId="717867797" sldId="307"/>
            <ac:spMk id="63" creationId="{B4D5825A-935D-C604-1AEC-90BCE3F494E5}"/>
          </ac:spMkLst>
        </pc:spChg>
        <pc:spChg chg="mod">
          <ac:chgData name="Razaan Rasyid" userId="99fbae82dd97ec24" providerId="LiveId" clId="{B75DBBDD-9671-4A08-8AD8-7B232197D4B4}" dt="2026-10-18T09:16:20.389" v="4842" actId="20577"/>
          <ac:spMkLst>
            <pc:docMk/>
            <pc:sldMk cId="717867797" sldId="307"/>
            <ac:spMk id="65" creationId="{E3BC0FA4-D06C-3FE8-BED2-469130C1A8F2}"/>
          </ac:spMkLst>
        </pc:spChg>
        <pc:spChg chg="mod">
          <ac:chgData name="Razaan Rasyid" userId="99fbae82dd97ec24" providerId="LiveId" clId="{B75DBBDD-9671-4A08-8AD8-7B232197D4B4}" dt="2026-10-18T09:16:01.751" v="4838" actId="20577"/>
          <ac:spMkLst>
            <pc:docMk/>
            <pc:sldMk cId="717867797" sldId="307"/>
            <ac:spMk id="66" creationId="{D2435DCD-7F5F-95BA-4DF3-6474213E5857}"/>
          </ac:spMkLst>
        </pc:spChg>
        <pc:spChg chg="mod">
          <ac:chgData name="Razaan Rasyid" userId="99fbae82dd97ec24" providerId="LiveId" clId="{B75DBBDD-9671-4A08-8AD8-7B232197D4B4}" dt="2026-10-18T09:16:29.364" v="4847" actId="20577"/>
          <ac:spMkLst>
            <pc:docMk/>
            <pc:sldMk cId="717867797" sldId="307"/>
            <ac:spMk id="67" creationId="{D9F6D3F0-9E13-050B-CDDC-D9EA27F2A562}"/>
          </ac:spMkLst>
        </pc:spChg>
        <pc:spChg chg="mod">
          <ac:chgData name="Razaan Rasyid" userId="99fbae82dd97ec24" providerId="LiveId" clId="{B75DBBDD-9671-4A08-8AD8-7B232197D4B4}" dt="2026-10-18T09:21:09.962" v="4884" actId="20577"/>
          <ac:spMkLst>
            <pc:docMk/>
            <pc:sldMk cId="717867797" sldId="307"/>
            <ac:spMk id="71" creationId="{AEBA5E67-3B33-CBF0-F9C4-A5220D609AA8}"/>
          </ac:spMkLst>
        </pc:spChg>
        <pc:spChg chg="mod">
          <ac:chgData name="Razaan Rasyid" userId="99fbae82dd97ec24" providerId="LiveId" clId="{B75DBBDD-9671-4A08-8AD8-7B232197D4B4}" dt="2026-10-18T09:17:16.692" v="4852"/>
          <ac:spMkLst>
            <pc:docMk/>
            <pc:sldMk cId="717867797" sldId="307"/>
            <ac:spMk id="72" creationId="{BC626021-8CE1-07E6-154D-F167F76F0232}"/>
          </ac:spMkLst>
        </pc:spChg>
        <pc:spChg chg="mod">
          <ac:chgData name="Razaan Rasyid" userId="99fbae82dd97ec24" providerId="LiveId" clId="{B75DBBDD-9671-4A08-8AD8-7B232197D4B4}" dt="2026-10-18T09:21:17.037" v="4888" actId="20577"/>
          <ac:spMkLst>
            <pc:docMk/>
            <pc:sldMk cId="717867797" sldId="307"/>
            <ac:spMk id="73" creationId="{6604DF08-758F-1F09-CEEC-AC977A4A6769}"/>
          </ac:spMkLst>
        </pc:spChg>
        <pc:grpChg chg="del">
          <ac:chgData name="Razaan Rasyid" userId="99fbae82dd97ec24" providerId="LiveId" clId="{B75DBBDD-9671-4A08-8AD8-7B232197D4B4}" dt="2026-10-18T06:23:52.907" v="3307" actId="165"/>
          <ac:grpSpMkLst>
            <pc:docMk/>
            <pc:sldMk cId="717867797" sldId="307"/>
            <ac:grpSpMk id="15" creationId="{54F0C4B4-595E-A431-1C0A-FBEF319B6D0E}"/>
          </ac:grpSpMkLst>
        </pc:grpChg>
        <pc:grpChg chg="add del mod topLvl">
          <ac:chgData name="Razaan Rasyid" userId="99fbae82dd97ec24" providerId="LiveId" clId="{B75DBBDD-9671-4A08-8AD8-7B232197D4B4}" dt="2026-10-18T06:36:13.151" v="3579" actId="165"/>
          <ac:grpSpMkLst>
            <pc:docMk/>
            <pc:sldMk cId="717867797" sldId="307"/>
            <ac:grpSpMk id="31" creationId="{2991E269-D5F6-0D14-7E51-8C8FBC902376}"/>
          </ac:grpSpMkLst>
        </pc:grpChg>
        <pc:grpChg chg="add del mod">
          <ac:chgData name="Razaan Rasyid" userId="99fbae82dd97ec24" providerId="LiveId" clId="{B75DBBDD-9671-4A08-8AD8-7B232197D4B4}" dt="2026-10-18T06:32:41.804" v="3480" actId="165"/>
          <ac:grpSpMkLst>
            <pc:docMk/>
            <pc:sldMk cId="717867797" sldId="307"/>
            <ac:grpSpMk id="33" creationId="{B738CFD0-70E4-FC23-8F68-7D8DBF263F4E}"/>
          </ac:grpSpMkLst>
        </pc:grpChg>
        <pc:grpChg chg="add mod ord">
          <ac:chgData name="Razaan Rasyid" userId="99fbae82dd97ec24" providerId="LiveId" clId="{B75DBBDD-9671-4A08-8AD8-7B232197D4B4}" dt="2026-10-18T06:47:17.012" v="3872" actId="164"/>
          <ac:grpSpMkLst>
            <pc:docMk/>
            <pc:sldMk cId="717867797" sldId="307"/>
            <ac:grpSpMk id="44" creationId="{21A059D5-65EA-8703-D706-D27D9C156BF9}"/>
          </ac:grpSpMkLst>
        </pc:grpChg>
        <pc:grpChg chg="add mod">
          <ac:chgData name="Razaan Rasyid" userId="99fbae82dd97ec24" providerId="LiveId" clId="{B75DBBDD-9671-4A08-8AD8-7B232197D4B4}" dt="2026-10-18T06:47:17.012" v="3872" actId="164"/>
          <ac:grpSpMkLst>
            <pc:docMk/>
            <pc:sldMk cId="717867797" sldId="307"/>
            <ac:grpSpMk id="45" creationId="{BC2553F8-50C9-B9B8-E87E-86A2CF49587B}"/>
          </ac:grpSpMkLst>
        </pc:grpChg>
        <pc:grpChg chg="add mod">
          <ac:chgData name="Razaan Rasyid" userId="99fbae82dd97ec24" providerId="LiveId" clId="{B75DBBDD-9671-4A08-8AD8-7B232197D4B4}" dt="2026-10-18T14:51:40.122" v="6609" actId="1036"/>
          <ac:grpSpMkLst>
            <pc:docMk/>
            <pc:sldMk cId="717867797" sldId="307"/>
            <ac:grpSpMk id="48" creationId="{7C261907-1966-EF48-81D8-D95BE8B8012C}"/>
          </ac:grpSpMkLst>
        </pc:grpChg>
        <pc:grpChg chg="add mod">
          <ac:chgData name="Razaan Rasyid" userId="99fbae82dd97ec24" providerId="LiveId" clId="{B75DBBDD-9671-4A08-8AD8-7B232197D4B4}" dt="2026-10-18T09:17:34.561" v="4854" actId="554"/>
          <ac:grpSpMkLst>
            <pc:docMk/>
            <pc:sldMk cId="717867797" sldId="307"/>
            <ac:grpSpMk id="64" creationId="{D578AC08-70D2-7F69-5AD0-6D7E7BD352CE}"/>
          </ac:grpSpMkLst>
        </pc:grpChg>
        <pc:grpChg chg="add mod">
          <ac:chgData name="Razaan Rasyid" userId="99fbae82dd97ec24" providerId="LiveId" clId="{B75DBBDD-9671-4A08-8AD8-7B232197D4B4}" dt="2026-10-18T09:17:34.561" v="4854" actId="554"/>
          <ac:grpSpMkLst>
            <pc:docMk/>
            <pc:sldMk cId="717867797" sldId="307"/>
            <ac:grpSpMk id="70" creationId="{F9804787-8CDB-79AE-7C7C-C1B551E7F3FE}"/>
          </ac:grpSpMkLst>
        </pc:grpChg>
        <pc:graphicFrameChg chg="add mod">
          <ac:chgData name="Razaan Rasyid" userId="99fbae82dd97ec24" providerId="LiveId" clId="{B75DBBDD-9671-4A08-8AD8-7B232197D4B4}" dt="2026-10-18T09:41:41.969" v="4928" actId="14100"/>
          <ac:graphicFrameMkLst>
            <pc:docMk/>
            <pc:sldMk cId="717867797" sldId="307"/>
            <ac:graphicFrameMk id="6" creationId="{BF9FBF83-509A-1CF9-BABD-9E8FEC7E95F8}"/>
          </ac:graphicFrameMkLst>
        </pc:graphicFrameChg>
        <pc:graphicFrameChg chg="add del">
          <ac:chgData name="Razaan Rasyid" userId="99fbae82dd97ec24" providerId="LiveId" clId="{B75DBBDD-9671-4A08-8AD8-7B232197D4B4}" dt="2026-10-18T06:45:20.634" v="3855" actId="478"/>
          <ac:graphicFrameMkLst>
            <pc:docMk/>
            <pc:sldMk cId="717867797" sldId="307"/>
            <ac:graphicFrameMk id="47" creationId="{B5306332-CB95-E1A8-C553-C4362B36E1AD}"/>
          </ac:graphicFrameMkLst>
        </pc:graphicFrameChg>
        <pc:graphicFrameChg chg="add mod">
          <ac:chgData name="Razaan Rasyid" userId="99fbae82dd97ec24" providerId="LiveId" clId="{B75DBBDD-9671-4A08-8AD8-7B232197D4B4}" dt="2026-10-18T09:23:51.036" v="4889" actId="14100"/>
          <ac:graphicFrameMkLst>
            <pc:docMk/>
            <pc:sldMk cId="717867797" sldId="307"/>
            <ac:graphicFrameMk id="56" creationId="{AAE3EE22-0A2A-416B-972B-B344E88A4539}"/>
          </ac:graphicFrameMkLst>
        </pc:graphicFrameChg>
        <pc:graphicFrameChg chg="add mod">
          <ac:chgData name="Razaan Rasyid" userId="99fbae82dd97ec24" providerId="LiveId" clId="{B75DBBDD-9671-4A08-8AD8-7B232197D4B4}" dt="2026-10-18T09:23:51.036" v="4889" actId="14100"/>
          <ac:graphicFrameMkLst>
            <pc:docMk/>
            <pc:sldMk cId="717867797" sldId="307"/>
            <ac:graphicFrameMk id="61" creationId="{E9D02C3D-7F17-4E4C-911D-6E24573CDFBE}"/>
          </ac:graphicFrameMkLst>
        </pc:graphicFrameChg>
        <pc:cxnChg chg="add mod">
          <ac:chgData name="Razaan Rasyid" userId="99fbae82dd97ec24" providerId="LiveId" clId="{B75DBBDD-9671-4A08-8AD8-7B232197D4B4}" dt="2026-10-18T09:42:00.175" v="4946" actId="553"/>
          <ac:cxnSpMkLst>
            <pc:docMk/>
            <pc:sldMk cId="717867797" sldId="307"/>
            <ac:cxnSpMk id="14" creationId="{0260F2C7-B189-AF49-889C-2FAD6A2612AB}"/>
          </ac:cxnSpMkLst>
        </pc:cxnChg>
        <pc:cxnChg chg="add mod">
          <ac:chgData name="Razaan Rasyid" userId="99fbae82dd97ec24" providerId="LiveId" clId="{B75DBBDD-9671-4A08-8AD8-7B232197D4B4}" dt="2026-10-18T06:37:59.459" v="3690" actId="164"/>
          <ac:cxnSpMkLst>
            <pc:docMk/>
            <pc:sldMk cId="717867797" sldId="307"/>
            <ac:cxnSpMk id="35" creationId="{1E038B20-1E24-C2B0-AAA9-730B481D4ADD}"/>
          </ac:cxnSpMkLst>
        </pc:cxnChg>
        <pc:cxnChg chg="add mod">
          <ac:chgData name="Razaan Rasyid" userId="99fbae82dd97ec24" providerId="LiveId" clId="{B75DBBDD-9671-4A08-8AD8-7B232197D4B4}" dt="2026-10-18T09:17:00.378" v="4850" actId="553"/>
          <ac:cxnSpMkLst>
            <pc:docMk/>
            <pc:sldMk cId="717867797" sldId="307"/>
            <ac:cxnSpMk id="51" creationId="{21FBFAF5-D8D9-817D-17E3-00E0780319EC}"/>
          </ac:cxnSpMkLst>
        </pc:cxnChg>
        <pc:cxnChg chg="add mod">
          <ac:chgData name="Razaan Rasyid" userId="99fbae82dd97ec24" providerId="LiveId" clId="{B75DBBDD-9671-4A08-8AD8-7B232197D4B4}" dt="2026-10-18T09:17:20.998" v="4853" actId="553"/>
          <ac:cxnSpMkLst>
            <pc:docMk/>
            <pc:sldMk cId="717867797" sldId="307"/>
            <ac:cxnSpMk id="53" creationId="{B13C89F8-285D-1E3B-84AB-656B21207AE0}"/>
          </ac:cxnSpMkLst>
        </pc:cxnChg>
        <pc:cxnChg chg="mod">
          <ac:chgData name="Razaan Rasyid" userId="99fbae82dd97ec24" providerId="LiveId" clId="{B75DBBDD-9671-4A08-8AD8-7B232197D4B4}" dt="2026-10-18T09:15:41.083" v="4831"/>
          <ac:cxnSpMkLst>
            <pc:docMk/>
            <pc:sldMk cId="717867797" sldId="307"/>
            <ac:cxnSpMk id="68" creationId="{4A759CA5-8340-F1C5-A368-185FD963EA1E}"/>
          </ac:cxnSpMkLst>
        </pc:cxnChg>
        <pc:cxnChg chg="mod">
          <ac:chgData name="Razaan Rasyid" userId="99fbae82dd97ec24" providerId="LiveId" clId="{B75DBBDD-9671-4A08-8AD8-7B232197D4B4}" dt="2026-10-18T09:15:41.083" v="4831"/>
          <ac:cxnSpMkLst>
            <pc:docMk/>
            <pc:sldMk cId="717867797" sldId="307"/>
            <ac:cxnSpMk id="69" creationId="{FCE0BF2E-B517-131D-3E1A-BFF08611A3D9}"/>
          </ac:cxnSpMkLst>
        </pc:cxnChg>
        <pc:cxnChg chg="mod">
          <ac:chgData name="Razaan Rasyid" userId="99fbae82dd97ec24" providerId="LiveId" clId="{B75DBBDD-9671-4A08-8AD8-7B232197D4B4}" dt="2026-10-18T09:17:16.692" v="4852"/>
          <ac:cxnSpMkLst>
            <pc:docMk/>
            <pc:sldMk cId="717867797" sldId="307"/>
            <ac:cxnSpMk id="74" creationId="{2F2CF6D4-6A6B-F775-5647-6B4699F075BF}"/>
          </ac:cxnSpMkLst>
        </pc:cxnChg>
        <pc:cxnChg chg="mod">
          <ac:chgData name="Razaan Rasyid" userId="99fbae82dd97ec24" providerId="LiveId" clId="{B75DBBDD-9671-4A08-8AD8-7B232197D4B4}" dt="2026-10-18T09:17:16.692" v="4852"/>
          <ac:cxnSpMkLst>
            <pc:docMk/>
            <pc:sldMk cId="717867797" sldId="307"/>
            <ac:cxnSpMk id="75" creationId="{D3135608-B911-ABE9-4028-22FE8CF27861}"/>
          </ac:cxnSpMkLst>
        </pc:cxnChg>
      </pc:sldChg>
      <pc:sldChg chg="addSp modSp mod modShow">
        <pc:chgData name="Razaan Rasyid" userId="99fbae82dd97ec24" providerId="LiveId" clId="{B75DBBDD-9671-4A08-8AD8-7B232197D4B4}" dt="2026-10-18T06:23:47.846" v="3306" actId="729"/>
        <pc:sldMkLst>
          <pc:docMk/>
          <pc:sldMk cId="3738049775" sldId="308"/>
        </pc:sldMkLst>
        <pc:spChg chg="mod">
          <ac:chgData name="Razaan Rasyid" userId="99fbae82dd97ec24" providerId="LiveId" clId="{B75DBBDD-9671-4A08-8AD8-7B232197D4B4}" dt="2026-10-18T05:42:13.213" v="2362" actId="1076"/>
          <ac:spMkLst>
            <pc:docMk/>
            <pc:sldMk cId="3738049775" sldId="308"/>
            <ac:spMk id="7" creationId="{1127142B-7923-F489-0A7F-99568277BFA6}"/>
          </ac:spMkLst>
        </pc:spChg>
        <pc:spChg chg="mod">
          <ac:chgData name="Razaan Rasyid" userId="99fbae82dd97ec24" providerId="LiveId" clId="{B75DBBDD-9671-4A08-8AD8-7B232197D4B4}" dt="2026-10-18T05:44:08.113" v="2378" actId="20577"/>
          <ac:spMkLst>
            <pc:docMk/>
            <pc:sldMk cId="3738049775" sldId="308"/>
            <ac:spMk id="8" creationId="{5BD088AC-88F5-A595-3766-2033FFD5CEBC}"/>
          </ac:spMkLst>
        </pc:spChg>
        <pc:spChg chg="add mod">
          <ac:chgData name="Razaan Rasyid" userId="99fbae82dd97ec24" providerId="LiveId" clId="{B75DBBDD-9671-4A08-8AD8-7B232197D4B4}" dt="2026-10-18T05:57:07.616" v="3304" actId="403"/>
          <ac:spMkLst>
            <pc:docMk/>
            <pc:sldMk cId="3738049775" sldId="308"/>
            <ac:spMk id="10" creationId="{12ADE786-EE18-2428-9CAC-BC497C227DFE}"/>
          </ac:spMkLst>
        </pc:spChg>
      </pc:sldChg>
      <pc:sldChg chg="modSp mod">
        <pc:chgData name="Razaan Rasyid" userId="99fbae82dd97ec24" providerId="LiveId" clId="{B75DBBDD-9671-4A08-8AD8-7B232197D4B4}" dt="2026-10-18T12:20:51.273" v="5597" actId="27918"/>
        <pc:sldMkLst>
          <pc:docMk/>
          <pc:sldMk cId="3939661720" sldId="317"/>
        </pc:sldMkLst>
        <pc:graphicFrameChg chg="mod">
          <ac:chgData name="Razaan Rasyid" userId="99fbae82dd97ec24" providerId="LiveId" clId="{B75DBBDD-9671-4A08-8AD8-7B232197D4B4}" dt="2026-10-18T12:20:50.786" v="5596"/>
          <ac:graphicFrameMkLst>
            <pc:docMk/>
            <pc:sldMk cId="3939661720" sldId="317"/>
            <ac:graphicFrameMk id="20" creationId="{00000000-0000-0000-0000-000000000000}"/>
          </ac:graphicFrameMkLst>
        </pc:graphicFrameChg>
      </pc:sldChg>
    </pc:docChg>
  </pc:docChgLst>
</pc:chgInfo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https://d.docs.live.net/4FB58C44F6C6A5CB/Documents/SIG%20Finance%20Test/WP%20-%20Financial%20Analysis%20SIG%20(SMGR)%20v0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https://d.docs.live.net/4FB58C44F6C6A5CB/Documents/SIG%20Finance%20Test/WP%20-%20Financial%20Analysis%20SIG%20(SMGR)%20v0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8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COGS</c:v>
                </c:pt>
              </c:strCache>
            </c:strRef>
          </c:tx>
          <c:spPr>
            <a:solidFill>
              <a:srgbClr val="C5DAE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FY25</c:v>
                </c:pt>
                <c:pt idx="2">
                  <c:v> </c:v>
                </c:pt>
                <c:pt idx="3">
                  <c:v>FY21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74.5</c:v>
                </c:pt>
                <c:pt idx="1">
                  <c:v>83.3</c:v>
                </c:pt>
                <c:pt idx="3">
                  <c:v>79.6</c:v>
                </c:pt>
                <c:pt idx="4">
                  <c:v>80.0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costs</c:v>
                </c:pt>
              </c:strCache>
            </c:strRef>
          </c:tx>
          <c:spPr>
            <a:solidFill>
              <a:srgbClr val="6FA8DC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FY25</c:v>
                </c:pt>
                <c:pt idx="2">
                  <c:v> </c:v>
                </c:pt>
                <c:pt idx="3">
                  <c:v>FY21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19.9</c:v>
                </c:pt>
                <c:pt idx="1">
                  <c:v>16.2</c:v>
                </c:pt>
                <c:pt idx="3">
                  <c:v>8.3</c:v>
                </c:pt>
                <c:pt idx="4">
                  <c:v>11.1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10719D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3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FY25</c:v>
                </c:pt>
                <c:pt idx="2">
                  <c:v> </c:v>
                </c:pt>
                <c:pt idx="3">
                  <c:v>FY21</c:v>
                </c:pt>
                <c:pt idx="4">
                  <c:v>FY25</c:v>
                </c:pt>
              </c:strCache>
            </c:strRef>
          </c:cat>
          <c:val>
            <c:numRef>
              <c:f>Sheet1!$D$2:$D$6</c:f>
              <c:numCache>
                <c:formatCode>0.0"%"</c:formatCode>
                <c:ptCount val="5"/>
                <c:pt idx="0">
                  <c:v>5.6</c:v>
                </c:pt>
                <c:pt idx="1">
                  <c:v>0.5</c:v>
                </c:pt>
                <c:pt idx="3">
                  <c:v>12.1</c:v>
                </c:pt>
                <c:pt idx="4">
                  <c:v>8.9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069065824751846E-2"/>
          <c:y val="0.10686858224329164"/>
          <c:w val="0.75995233745007307"/>
          <c:h val="0.71258930258496511"/>
        </c:manualLayout>
      </c:layout>
      <c:lineChart>
        <c:grouping val="standard"/>
        <c:varyColors val="0"/>
        <c:ser>
          <c:idx val="0"/>
          <c:order val="0"/>
          <c:tx>
            <c:strRef>
              <c:f>'WP - YG'!$E$7</c:f>
              <c:strCache>
                <c:ptCount val="1"/>
                <c:pt idx="0">
                  <c:v>SIG</c:v>
                </c:pt>
              </c:strCache>
            </c:strRef>
          </c:tx>
          <c:spPr>
            <a:ln w="31750" cap="rnd">
              <a:solidFill>
                <a:srgbClr val="08335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83358"/>
              </a:solidFill>
              <a:ln w="9525">
                <a:noFill/>
              </a:ln>
              <a:effectLst/>
            </c:spPr>
          </c:marker>
          <c:dLbls>
            <c:spPr>
              <a:solidFill>
                <a:srgbClr val="083358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'WP - YG'!$F$6:$J$6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'WP - YG'!$F$7:$J$7</c:f>
              <c:numCache>
                <c:formatCode>0.0%</c:formatCode>
                <c:ptCount val="5"/>
                <c:pt idx="0">
                  <c:v>5.5764678078358082E-2</c:v>
                </c:pt>
                <c:pt idx="1">
                  <c:v>6.5006245293077136E-2</c:v>
                </c:pt>
                <c:pt idx="2">
                  <c:v>5.6155773043949815E-2</c:v>
                </c:pt>
                <c:pt idx="3">
                  <c:v>1.9890578508166955E-2</c:v>
                </c:pt>
                <c:pt idx="4">
                  <c:v>5.4150876278747971E-3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12-439B-A6B7-28868F40D931}"/>
            </c:ext>
          </c:extLst>
        </c:ser>
        <c:ser>
          <c:idx val="1"/>
          <c:order val="1"/>
          <c:tx>
            <c:strRef>
              <c:f>'WP - YG'!$E$8</c:f>
              <c:strCache>
                <c:ptCount val="1"/>
                <c:pt idx="0">
                  <c:v>INTP</c:v>
                </c:pt>
              </c:strCache>
            </c:strRef>
          </c:tx>
          <c:spPr>
            <a:ln w="31750" cap="rnd">
              <a:solidFill>
                <a:srgbClr val="358FD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58FD1"/>
              </a:solidFill>
              <a:ln w="9525">
                <a:noFill/>
              </a:ln>
              <a:effectLst/>
            </c:spPr>
          </c:marker>
          <c:dLbls>
            <c:spPr>
              <a:solidFill>
                <a:srgbClr val="358FD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'WP - YG'!$F$6:$J$6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'WP - YG'!$F$8:$J$8</c:f>
              <c:numCache>
                <c:formatCode>0.0%</c:formatCode>
                <c:ptCount val="5"/>
                <c:pt idx="0">
                  <c:v>0.12107415251626974</c:v>
                </c:pt>
                <c:pt idx="1">
                  <c:v>0.11283700583735774</c:v>
                </c:pt>
                <c:pt idx="2">
                  <c:v>0.10865139336712989</c:v>
                </c:pt>
                <c:pt idx="3">
                  <c:v>0.10825250930872156</c:v>
                </c:pt>
                <c:pt idx="4">
                  <c:v>8.904095991763214E-2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12-439B-A6B7-28868F40D931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64859984"/>
        <c:axId val="610934272"/>
      </c:lineChart>
      <c:catAx>
        <c:axId val="66485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934272"/>
        <c:crosses val="autoZero"/>
        <c:auto val="1"/>
        <c:lblAlgn val="ctr"/>
        <c:lblOffset val="300"/>
        <c:noMultiLvlLbl val="0"/>
      </c:catAx>
      <c:valAx>
        <c:axId val="610934272"/>
        <c:scaling>
          <c:orientation val="minMax"/>
          <c:max val="0.13"/>
          <c:min val="-2.0000000000000004E-2"/>
        </c:scaling>
        <c:delete val="1"/>
        <c:axPos val="l"/>
        <c:numFmt formatCode="0.0%" sourceLinked="1"/>
        <c:majorTickMark val="none"/>
        <c:minorTickMark val="none"/>
        <c:tickLblPos val="nextTo"/>
        <c:crossAx val="664859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'WP - YG'!$E$9</c:f>
              <c:strCache>
                <c:ptCount val="1"/>
                <c:pt idx="0">
                  <c:v>SIG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Lbls>
            <c:spPr>
              <a:solidFill>
                <a:srgbClr val="083358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'WP - YG'!$F$6:$J$6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'WP - YG'!$F$9:$J$9</c:f>
              <c:numCache>
                <c:formatCode>0.0%</c:formatCode>
                <c:ptCount val="5"/>
                <c:pt idx="0">
                  <c:v>2.5893739852103175E-2</c:v>
                </c:pt>
                <c:pt idx="1">
                  <c:v>3.0123946944462833E-2</c:v>
                </c:pt>
                <c:pt idx="2">
                  <c:v>2.8056540675751435E-2</c:v>
                </c:pt>
                <c:pt idx="3">
                  <c:v>1.0022640735436465E-2</c:v>
                </c:pt>
                <c:pt idx="4">
                  <c:v>2.3435025507281535E-3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80-436E-99F3-BF932CA483C3}"/>
            </c:ext>
          </c:extLst>
        </c:ser>
        <c:ser>
          <c:idx val="1"/>
          <c:order val="1"/>
          <c:tx>
            <c:strRef>
              <c:f>'WP - YG'!$E$10</c:f>
              <c:strCache>
                <c:ptCount val="1"/>
                <c:pt idx="0">
                  <c:v>INTP</c:v>
                </c:pt>
              </c:strCache>
            </c:strRef>
          </c:tx>
          <c:spPr>
            <a:ln w="34925" cap="rnd">
              <a:solidFill>
                <a:srgbClr val="358FD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58FD1"/>
              </a:solidFill>
              <a:ln w="9525">
                <a:noFill/>
              </a:ln>
              <a:effectLst/>
            </c:spPr>
          </c:marker>
          <c:dLbls>
            <c:spPr>
              <a:solidFill>
                <a:srgbClr val="358FD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'WP - YG'!$F$6:$J$6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'WP - YG'!$F$10:$J$10</c:f>
              <c:numCache>
                <c:formatCode>0.0%</c:formatCode>
                <c:ptCount val="5"/>
                <c:pt idx="0">
                  <c:v>6.8430065770297754E-2</c:v>
                </c:pt>
                <c:pt idx="1">
                  <c:v>7.167283464136566E-2</c:v>
                </c:pt>
                <c:pt idx="2">
                  <c:v>6.5777043873543842E-2</c:v>
                </c:pt>
                <c:pt idx="3">
                  <c:v>6.6007449176702995E-2</c:v>
                </c:pt>
                <c:pt idx="4">
                  <c:v>4.9764694427417225E-2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80-436E-99F3-BF932CA483C3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64859984"/>
        <c:axId val="610934272"/>
      </c:lineChart>
      <c:catAx>
        <c:axId val="66485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934272"/>
        <c:crosses val="autoZero"/>
        <c:auto val="1"/>
        <c:lblAlgn val="ctr"/>
        <c:lblOffset val="300"/>
        <c:noMultiLvlLbl val="0"/>
      </c:catAx>
      <c:valAx>
        <c:axId val="610934272"/>
        <c:scaling>
          <c:orientation val="minMax"/>
          <c:max val="8.0000000000000016E-2"/>
          <c:min val="-2.0000000000000004E-2"/>
        </c:scaling>
        <c:delete val="1"/>
        <c:axPos val="l"/>
        <c:numFmt formatCode="0.0%" sourceLinked="1"/>
        <c:majorTickMark val="out"/>
        <c:minorTickMark val="none"/>
        <c:tickLblPos val="nextTo"/>
        <c:crossAx val="664859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+mn-lt"/>
        </a:defRPr>
      </a:pPr>
      <a:endParaRPr lang="en-US"/>
    </a:p>
  </c:txPr>
  <c:externalData r:id="rId3">
    <c:autoUpdate val="0"/>
  </c:externalData>
</c:chartSpac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2C4B23-3A91-77A6-AD65-47506409F7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B5E05-051A-9896-E0ED-43318851AD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9551C-E736-3A58-F169-F33FC445B0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96748-9CE0-4D51-9D13-3EC69E571D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23710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split = COGS (including freight, for both companies) + other costs + net profit = 100% of revenue. Net profit is profit attributable to owners for SIG and excludes the FY25 one-off gain for INTP. Source: Profitability sheet of the working paper.</a:t>
            </a:r>
          </a:p>
          <a:p>
            <a:r>
              <a:t>COGS rose from 74.5% of revenue in FY21 to 83.3% in FY25 (+8.8 pp), while INTP stayed at 79.6% to 80.0% (+0.4 pp). The rise was driven by factory overhead (+9.0 pp of revenue) and energy (+4.0 pp).</a:t>
            </a:r>
          </a:p>
          <a:p>
            <a:r>
              <a:t>Other costs fell from 19.9% to 16.2% of revenue but averaged 17.1% vs 9.0% at INTP.</a:t>
            </a:r>
          </a:p>
          <a:p>
            <a:r>
              <a:t>Net profit to owners fell from Rp2.05 T to Rp0.19 T. Since FY24 INTP's net profit has exceeded SIG's, and in FY25 it was 8.3x SIG's on 50% of the revenue.</a:t>
            </a:r>
          </a:p>
        </p:txBody>
      </p:sp>
    </p:spTree>
  </p:cSld>
  <p:clrMapOvr>
    <a:masterClrMapping/>
  </p:clrMapOvr>
</p:note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6_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A4134E-9B63-A433-A458-0B9A0D22DB7D}"/>
              </a:ext>
            </a:extLst>
          </p:cNvPr>
          <p:cNvSpPr/>
          <p:nvPr userDrawn="1"/>
        </p:nvSpPr>
        <p:spPr>
          <a:xfrm>
            <a:off x="0" y="6489700"/>
            <a:ext cx="12192000" cy="3683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3D71A-1176-0019-A3B0-5117BF6C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744197"/>
            <a:ext cx="11160124" cy="705191"/>
          </a:xfrm>
          <a:prstGeom prst="rect">
            <a:avLst/>
          </a:prstGeom>
        </p:spPr>
        <p:txBody>
          <a:bodyPr/>
          <a:lstStyle>
            <a:lvl1pPr>
              <a:defRPr sz="1800" b="1">
                <a:latin typeface="Univers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B8CEEF2-D612-B1A9-9C8C-9CBA236E4056}"/>
              </a:ext>
            </a:extLst>
          </p:cNvPr>
          <p:cNvSpPr/>
          <p:nvPr userDrawn="1"/>
        </p:nvSpPr>
        <p:spPr>
          <a:xfrm>
            <a:off x="515939" y="387345"/>
            <a:ext cx="192000" cy="192000"/>
          </a:xfrm>
          <a:prstGeom prst="diamond">
            <a:avLst/>
          </a:prstGeom>
          <a:gradFill>
            <a:gsLst>
              <a:gs pos="0">
                <a:schemeClr val="tx1"/>
              </a:gs>
              <a:gs pos="70000">
                <a:schemeClr val="accent2"/>
              </a:gs>
            </a:gsLst>
            <a:lin ang="8100000" scaled="1"/>
          </a:gra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000" tIns="96000" rIns="96000" bIns="96000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533"/>
              </a:spcBef>
            </a:pPr>
            <a:endParaRPr lang="en-GB" sz="2000" b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450E46-1CAA-9D12-6EE0-31DF9B5703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939" y="339028"/>
            <a:ext cx="5346700" cy="288635"/>
          </a:xfrm>
          <a:prstGeom prst="rect">
            <a:avLst/>
          </a:prstGeom>
        </p:spPr>
        <p:txBody>
          <a:bodyPr anchor="ctr"/>
          <a:lstStyle>
            <a:lvl1pPr>
              <a:defRPr lang="en-US" sz="1200" b="1" smtClean="0">
                <a:solidFill>
                  <a:schemeClr val="accent1"/>
                </a:solidFill>
                <a:latin typeface="Univers" panose="020B0503020202020204" pitchFamily="34" charset="0"/>
                <a:ea typeface="PMingLiU-ExtB" panose="02020500000000000000" pitchFamily="18" charset="-120"/>
                <a:cs typeface="Poppins"/>
              </a:defRPr>
            </a:lvl1pPr>
            <a:lvl2pPr>
              <a:defRPr lang="en-US" smtClean="0">
                <a:latin typeface="Arial"/>
              </a:defRPr>
            </a:lvl2pPr>
            <a:lvl3pPr>
              <a:defRPr lang="en-US" smtClean="0">
                <a:latin typeface="Arial"/>
              </a:defRPr>
            </a:lvl3pPr>
            <a:lvl4pPr>
              <a:defRPr lang="en-US" smtClean="0">
                <a:latin typeface="Arial"/>
              </a:defRPr>
            </a:lvl4pPr>
            <a:lvl5pPr>
              <a:defRPr lang="en-ID">
                <a:latin typeface="Arial"/>
              </a:defRPr>
            </a:lvl5pPr>
          </a:lstStyle>
          <a:p>
            <a:pPr lvl="0"/>
            <a:r>
              <a:rPr lang="en-US"/>
              <a:t>Tracker</a:t>
            </a:r>
            <a:endParaRPr lang="en-ID"/>
          </a:p>
        </p:txBody>
      </p:sp>
      <p:sp>
        <p:nvSpPr>
          <p:cNvPr id="14" name="Slide Number Placeholder 35">
            <a:extLst>
              <a:ext uri="{FF2B5EF4-FFF2-40B4-BE49-F238E27FC236}">
                <a16:creationId xmlns:a16="http://schemas.microsoft.com/office/drawing/2014/main" id="{26A7FFEF-63F2-1FEA-CD6B-5A9394A5B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8384" y="6595609"/>
            <a:ext cx="517679" cy="18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E1F31"/>
                </a:solidFill>
                <a:latin typeface="Univers" panose="020B0503020202020204" pitchFamily="34" charset="0"/>
              </a:defRPr>
            </a:lvl1pPr>
          </a:lstStyle>
          <a:p>
            <a:fld id="{5927C8ED-2499-455D-815A-8FC10D954B50}" type="slidenum">
              <a:rPr lang="en-ID" b="1" smtClean="0"/>
              <a:pPr/>
              <a:t>‹#›</a:t>
            </a:fld>
            <a:endParaRPr lang="en-ID" b="1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E8BC438-75BF-FA74-2DB9-951804886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6558846"/>
            <a:ext cx="6480000" cy="252000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lvl="0"/>
            <a:r>
              <a:rPr lang="en-US"/>
              <a:t>Source:</a:t>
            </a:r>
            <a:endParaRPr lang="en-ID"/>
          </a:p>
        </p:txBody>
      </p:sp>
      <p:pic>
        <p:nvPicPr>
          <p:cNvPr id="8" name="Google Shape;216;p55">
            <a:extLst>
              <a:ext uri="{FF2B5EF4-FFF2-40B4-BE49-F238E27FC236}">
                <a16:creationId xmlns:a16="http://schemas.microsoft.com/office/drawing/2014/main" id="{8A2DDB1F-9FBA-438D-AA43-ABEC333D55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5199" t="37033" r="15206" b="36973"/>
          <a:stretch/>
        </p:blipFill>
        <p:spPr>
          <a:xfrm>
            <a:off x="10375965" y="6535250"/>
            <a:ext cx="742191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 descr="SIG (company) - Wikipedia">
            <a:extLst>
              <a:ext uri="{FF2B5EF4-FFF2-40B4-BE49-F238E27FC236}">
                <a16:creationId xmlns:a16="http://schemas.microsoft.com/office/drawing/2014/main" id="{709DD92E-F7B3-0F67-0AE5-1B877360BD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6280" y="218758"/>
            <a:ext cx="573186" cy="32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74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8BD782C-DDD6-48ED-296B-47AC5452CF2A}"/>
              </a:ext>
            </a:extLst>
          </p:cNvPr>
          <p:cNvSpPr/>
          <p:nvPr userDrawn="1"/>
        </p:nvSpPr>
        <p:spPr>
          <a:xfrm>
            <a:off x="-1522096" y="368374"/>
            <a:ext cx="1168400" cy="6273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53C45C-C17E-4BCA-C291-74C91FD32D2F}"/>
              </a:ext>
            </a:extLst>
          </p:cNvPr>
          <p:cNvSpPr txBox="1"/>
          <p:nvPr userDrawn="1"/>
        </p:nvSpPr>
        <p:spPr>
          <a:xfrm>
            <a:off x="-1522095" y="34080"/>
            <a:ext cx="1168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Univers LT Std 55" panose="020B0604020202020204" charset="0"/>
                <a:cs typeface="Univers LT Std 55" panose="020B0604020202020204" charset="0"/>
              </a:rPr>
              <a:t>COLOR CODE</a:t>
            </a:r>
            <a:endParaRPr lang="en-ID" sz="1100" b="1">
              <a:latin typeface="Univers LT Std 55" panose="020B0604020202020204" charset="0"/>
              <a:cs typeface="Univers LT Std 55" panose="020B060402020202020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B7CD50-044F-3CA5-99A9-43FFF2C452E2}"/>
              </a:ext>
            </a:extLst>
          </p:cNvPr>
          <p:cNvSpPr/>
          <p:nvPr userDrawn="1"/>
        </p:nvSpPr>
        <p:spPr>
          <a:xfrm>
            <a:off x="-951264" y="520774"/>
            <a:ext cx="457200" cy="440193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9D6E1A-B971-C79C-FC16-C89D5DD7F818}"/>
              </a:ext>
            </a:extLst>
          </p:cNvPr>
          <p:cNvSpPr/>
          <p:nvPr userDrawn="1"/>
        </p:nvSpPr>
        <p:spPr>
          <a:xfrm>
            <a:off x="-951264" y="1121098"/>
            <a:ext cx="457200" cy="440193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BD806F-DCAD-9AE6-8EC4-4B7923E9D78C}"/>
              </a:ext>
            </a:extLst>
          </p:cNvPr>
          <p:cNvSpPr/>
          <p:nvPr userDrawn="1"/>
        </p:nvSpPr>
        <p:spPr>
          <a:xfrm>
            <a:off x="-951264" y="1721422"/>
            <a:ext cx="457200" cy="440193"/>
          </a:xfrm>
          <a:prstGeom prst="rect">
            <a:avLst/>
          </a:prstGeom>
          <a:solidFill>
            <a:srgbClr val="1E64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D7E54DE-165A-CDC9-85BF-137AECCBD9DF}"/>
              </a:ext>
            </a:extLst>
          </p:cNvPr>
          <p:cNvSpPr/>
          <p:nvPr userDrawn="1"/>
        </p:nvSpPr>
        <p:spPr>
          <a:xfrm>
            <a:off x="-951264" y="2321746"/>
            <a:ext cx="457200" cy="440193"/>
          </a:xfrm>
          <a:prstGeom prst="rect">
            <a:avLst/>
          </a:prstGeom>
          <a:solidFill>
            <a:srgbClr val="368F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83F277-8E53-7CFB-C881-0B333F2F1088}"/>
              </a:ext>
            </a:extLst>
          </p:cNvPr>
          <p:cNvSpPr/>
          <p:nvPr userDrawn="1"/>
        </p:nvSpPr>
        <p:spPr>
          <a:xfrm>
            <a:off x="-951264" y="2915252"/>
            <a:ext cx="457200" cy="440193"/>
          </a:xfrm>
          <a:prstGeom prst="rect">
            <a:avLst/>
          </a:prstGeom>
          <a:solidFill>
            <a:srgbClr val="69C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1D9A5B-E84D-A0B9-B749-FD0A0345068B}"/>
              </a:ext>
            </a:extLst>
          </p:cNvPr>
          <p:cNvSpPr/>
          <p:nvPr userDrawn="1"/>
        </p:nvSpPr>
        <p:spPr>
          <a:xfrm>
            <a:off x="-951264" y="3508758"/>
            <a:ext cx="457200" cy="440193"/>
          </a:xfrm>
          <a:prstGeom prst="rect">
            <a:avLst/>
          </a:prstGeom>
          <a:solidFill>
            <a:srgbClr val="595A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0AE0BC-B8F5-634A-396E-6E53675A4F01}"/>
              </a:ext>
            </a:extLst>
          </p:cNvPr>
          <p:cNvSpPr/>
          <p:nvPr userDrawn="1"/>
        </p:nvSpPr>
        <p:spPr>
          <a:xfrm>
            <a:off x="-951264" y="4102264"/>
            <a:ext cx="457200" cy="440193"/>
          </a:xfrm>
          <a:prstGeom prst="rect">
            <a:avLst/>
          </a:prstGeom>
          <a:solidFill>
            <a:srgbClr val="DB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8EB35BF9-18BB-0541-A34C-558B3171B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51264" y="4695770"/>
            <a:ext cx="457200" cy="181940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12E7786-8511-10D3-9505-80876E882211}"/>
              </a:ext>
            </a:extLst>
          </p:cNvPr>
          <p:cNvSpPr txBox="1"/>
          <p:nvPr userDrawn="1"/>
        </p:nvSpPr>
        <p:spPr>
          <a:xfrm rot="16200000">
            <a:off x="-1888039" y="1809836"/>
            <a:ext cx="118173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Primary Colors</a:t>
            </a:r>
            <a:endParaRPr lang="en-ID" sz="1067" b="1">
              <a:latin typeface="Ambit "/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1617C5DC-D9E5-ED87-57ED-5E6A8B097DF3}"/>
              </a:ext>
            </a:extLst>
          </p:cNvPr>
          <p:cNvCxnSpPr>
            <a:cxnSpLocks/>
            <a:stCxn id="75" idx="1"/>
            <a:endCxn id="79" idx="1"/>
          </p:cNvCxnSpPr>
          <p:nvPr userDrawn="1"/>
        </p:nvCxnSpPr>
        <p:spPr>
          <a:xfrm rot="10800000" flipV="1">
            <a:off x="-951264" y="740870"/>
            <a:ext cx="8467" cy="2394478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D3E2F2B-DA2C-CF60-E2AA-BA214CBAE2E4}"/>
              </a:ext>
            </a:extLst>
          </p:cNvPr>
          <p:cNvCxnSpPr>
            <a:cxnSpLocks/>
            <a:stCxn id="80" idx="1"/>
            <a:endCxn id="81" idx="1"/>
          </p:cNvCxnSpPr>
          <p:nvPr userDrawn="1"/>
        </p:nvCxnSpPr>
        <p:spPr>
          <a:xfrm rot="10800000" flipV="1">
            <a:off x="-951264" y="3728854"/>
            <a:ext cx="8467" cy="593506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0FD0419-C669-B024-2DBC-0CBA2CAF000B}"/>
              </a:ext>
            </a:extLst>
          </p:cNvPr>
          <p:cNvSpPr txBox="1"/>
          <p:nvPr userDrawn="1"/>
        </p:nvSpPr>
        <p:spPr>
          <a:xfrm rot="16200000">
            <a:off x="-1973000" y="3856623"/>
            <a:ext cx="1351652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Secondary Colors</a:t>
            </a:r>
            <a:endParaRPr lang="en-ID" sz="1067" b="1">
              <a:latin typeface="Ambit 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A57281-FCD6-917E-2813-3DDF7716BE5F}"/>
              </a:ext>
            </a:extLst>
          </p:cNvPr>
          <p:cNvSpPr txBox="1"/>
          <p:nvPr userDrawn="1"/>
        </p:nvSpPr>
        <p:spPr>
          <a:xfrm rot="16200000">
            <a:off x="-2247111" y="5477200"/>
            <a:ext cx="1899879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For Highlighting Purposes</a:t>
            </a:r>
            <a:endParaRPr lang="en-ID" sz="1067" b="1">
              <a:latin typeface="Ambit 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9DA16-0ADD-F41D-0073-FD8ACF62D648}"/>
              </a:ext>
            </a:extLst>
          </p:cNvPr>
          <p:cNvSpPr/>
          <p:nvPr userDrawn="1"/>
        </p:nvSpPr>
        <p:spPr>
          <a:xfrm>
            <a:off x="-951265" y="4102264"/>
            <a:ext cx="457200" cy="4401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BCD32-9AC1-D2AF-7535-19192E1734FD}"/>
              </a:ext>
            </a:extLst>
          </p:cNvPr>
          <p:cNvSpPr/>
          <p:nvPr userDrawn="1"/>
        </p:nvSpPr>
        <p:spPr>
          <a:xfrm>
            <a:off x="-722665" y="4102264"/>
            <a:ext cx="80917" cy="4401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47DD2-F09F-A3CE-04F3-44DBDEE033BE}"/>
              </a:ext>
            </a:extLst>
          </p:cNvPr>
          <p:cNvSpPr/>
          <p:nvPr userDrawn="1"/>
        </p:nvSpPr>
        <p:spPr>
          <a:xfrm>
            <a:off x="-574982" y="4102264"/>
            <a:ext cx="80917" cy="440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A568F-4ADB-15A6-FF8C-5003AC4C64C6}"/>
              </a:ext>
            </a:extLst>
          </p:cNvPr>
          <p:cNvSpPr/>
          <p:nvPr userDrawn="1"/>
        </p:nvSpPr>
        <p:spPr>
          <a:xfrm>
            <a:off x="-648824" y="4102264"/>
            <a:ext cx="80917" cy="440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ID" sz="2933" b="0" i="0" u="none" strike="noStrike" cap="none" dirty="0">
          <a:solidFill>
            <a:srgbClr val="0E1F31"/>
          </a:solidFill>
          <a:latin typeface="Ambit Light" pitchFamily="2" charset="77"/>
          <a:ea typeface="PMingLiU-ExtB" panose="02020500000000000000" pitchFamily="18" charset="-120"/>
          <a:cs typeface="Poppi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67">
          <p15:clr>
            <a:srgbClr val="F26B43"/>
          </p15:clr>
        </p15:guide>
        <p15:guide id="5" orient="horz" pos="913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4088">
          <p15:clr>
            <a:srgbClr val="F26B43"/>
          </p15:clr>
        </p15:guide>
      </p15:sldGuideLst>
    </p:ext>
  </p:ext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chart" Target="../charts/chart3.xml"/><Relationship Id="rId5" Type="http://schemas.openxmlformats.org/officeDocument/2006/relationships/image" Target="../media/image2.png"/><Relationship Id="rId6" Type="http://schemas.openxmlformats.org/officeDocument/2006/relationships/chart" Target="../charts/chart6.xml"/><Relationship Id="rId7" Type="http://schemas.openxmlformats.org/officeDocument/2006/relationships/chart" Target="../charts/chart7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8A77-C8DE-5160-8BAF-5E8DD72E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BB4EE6B-77E1-A1B4-37CD-D33DB606E973}"/>
              </a:ext>
            </a:extLst>
          </p:cNvPr>
          <p:cNvGrpSpPr/>
          <p:nvPr/>
        </p:nvGrpSpPr>
        <p:grpSpPr>
          <a:xfrm>
            <a:off x="488916" y="1691420"/>
            <a:ext cx="11214912" cy="499404"/>
            <a:chOff x="503779" y="1691420"/>
            <a:chExt cx="6036701" cy="49940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F18C9A-1BB3-487F-5609-613A6FAC33D0}"/>
                </a:ext>
              </a:extLst>
            </p:cNvPr>
            <p:cNvCxnSpPr>
              <a:cxnSpLocks/>
            </p:cNvCxnSpPr>
            <p:nvPr/>
          </p:nvCxnSpPr>
          <p:spPr>
            <a:xfrm>
              <a:off x="544345" y="1993514"/>
              <a:ext cx="5981190" cy="0"/>
            </a:xfrm>
            <a:prstGeom prst="line">
              <a:avLst/>
            </a:prstGeom>
            <a:ln w="19050">
              <a:solidFill>
                <a:srgbClr val="1E64B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D05203-02AF-2D60-A32A-7EEE59938CFD}"/>
                </a:ext>
              </a:extLst>
            </p:cNvPr>
            <p:cNvSpPr/>
            <p:nvPr/>
          </p:nvSpPr>
          <p:spPr>
            <a:xfrm>
              <a:off x="544345" y="2029241"/>
              <a:ext cx="5973864" cy="16158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Univers Light" panose="020B0403020202020204" pitchFamily="34" charset="0"/>
                </a:rPr>
                <a:t>Revenue split, % of revenue, FY21 vs. FY25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EDAC57-94B2-DBBB-9F43-9F006BE4C70F}"/>
                </a:ext>
              </a:extLst>
            </p:cNvPr>
            <p:cNvSpPr/>
            <p:nvPr/>
          </p:nvSpPr>
          <p:spPr>
            <a:xfrm>
              <a:off x="503779" y="1691420"/>
              <a:ext cx="60367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D" sz="1200" b="1" dirty="0"/>
                <a:t>SIG’s revenue fell 4% (FY21–25), but rising COGS drove a much sharper decline in profitability, pushing NPM to 0.5% and ROA to 0.2%, well below INTP.</a:t>
              </a:r>
              <a:endParaRPr lang="en-ID" sz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07B440-9BA3-2467-7EF6-2850C986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SIG’s modest revenue decline and rising cost burden led to a sharp deterioration in margins and returns.</a:t>
            </a:r>
            <a:endParaRPr lang="en-ID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C0F7C-1525-79D5-AC5D-89DD8DEBBFB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/>
              <a:t>Financial Analysis - Overview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B9F61-B226-AD38-C806-9DA5DB49B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27C8ED-2499-455D-815A-8FC10D954B50}" type="slidenum">
              <a:rPr lang="en-ID" b="1" smtClean="0"/>
              <a:pPr/>
              <a:t>4</a:t>
            </a:fld>
            <a:endParaRPr lang="en-ID" b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B4F93-F922-4904-4DD1-5B4DFB7A1D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489BA-8FB7-C2EE-F019-43B6B27E77D1}"/>
              </a:ext>
            </a:extLst>
          </p:cNvPr>
          <p:cNvSpPr/>
          <p:nvPr/>
        </p:nvSpPr>
        <p:spPr>
          <a:xfrm>
            <a:off x="515935" y="5737122"/>
            <a:ext cx="11160128" cy="7444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Key Question: </a:t>
            </a:r>
          </a:p>
          <a:p>
            <a:r>
              <a:rPr lang="en-US" sz="1400">
                <a:solidFill>
                  <a:schemeClr val="tx1"/>
                </a:solidFill>
              </a:rPr>
              <a:t>What are the key drivers of SIG’s profitability decline, and where should management focus its efforts?</a:t>
            </a:r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DD085-8C6C-D2EE-D161-D1864DDB2EDF}"/>
              </a:ext>
            </a:extLst>
          </p:cNvPr>
          <p:cNvSpPr/>
          <p:nvPr/>
        </p:nvSpPr>
        <p:spPr>
          <a:xfrm>
            <a:off x="12318212" y="627663"/>
            <a:ext cx="913219" cy="1151987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YG</a:t>
            </a:r>
            <a:endParaRPr lang="en-ID" sz="1400">
              <a:solidFill>
                <a:schemeClr val="tx1"/>
              </a:solidFill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B5BB2BE-2101-2AC2-10AF-6B50A404EE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6747263"/>
              </p:ext>
            </p:extLst>
          </p:nvPr>
        </p:nvGraphicFramePr>
        <p:xfrm>
          <a:off x="6970061" y="2570407"/>
          <a:ext cx="3966616" cy="118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D3FF28C-8FFB-4B1C-9F1E-42A0368108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5702103"/>
              </p:ext>
            </p:extLst>
          </p:nvPr>
        </p:nvGraphicFramePr>
        <p:xfrm>
          <a:off x="6970061" y="4053065"/>
          <a:ext cx="3966525" cy="1369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BBAE0118-2D0F-C9C8-A633-079424F819DC}"/>
              </a:ext>
            </a:extLst>
          </p:cNvPr>
          <p:cNvSpPr/>
          <p:nvPr/>
        </p:nvSpPr>
        <p:spPr>
          <a:xfrm>
            <a:off x="6823315" y="2313424"/>
            <a:ext cx="3391686" cy="208403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>
                <a:solidFill>
                  <a:sysClr val="windowText" lastClr="000000"/>
                </a:solidFill>
                <a:latin typeface="Univers Light" panose="020B0403020202020204" pitchFamily="34" charset="0"/>
              </a:rPr>
              <a:t>Net Profit Margin (%)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C149FA-E6EA-EBBC-A465-2087C416C74D}"/>
              </a:ext>
            </a:extLst>
          </p:cNvPr>
          <p:cNvCxnSpPr>
            <a:cxnSpLocks/>
          </p:cNvCxnSpPr>
          <p:nvPr/>
        </p:nvCxnSpPr>
        <p:spPr>
          <a:xfrm>
            <a:off x="6823315" y="2541070"/>
            <a:ext cx="4805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79AAFB7-A940-AC4B-5B1B-2EC5DB02163F}"/>
              </a:ext>
            </a:extLst>
          </p:cNvPr>
          <p:cNvSpPr/>
          <p:nvPr/>
        </p:nvSpPr>
        <p:spPr>
          <a:xfrm>
            <a:off x="6823315" y="3887989"/>
            <a:ext cx="3391686" cy="208403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>
                <a:solidFill>
                  <a:sysClr val="windowText" lastClr="000000"/>
                </a:solidFill>
                <a:latin typeface="Univers Light" panose="020B0403020202020204" pitchFamily="34" charset="0"/>
              </a:rPr>
              <a:t>Return on Asset (%)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428222-AD59-0615-96EE-83BD7ACC9FFC}"/>
              </a:ext>
            </a:extLst>
          </p:cNvPr>
          <p:cNvCxnSpPr>
            <a:cxnSpLocks/>
          </p:cNvCxnSpPr>
          <p:nvPr/>
        </p:nvCxnSpPr>
        <p:spPr>
          <a:xfrm>
            <a:off x="6823315" y="4115635"/>
            <a:ext cx="4805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450F4E-7F34-9483-13EA-A0900BDFA3A5}"/>
              </a:ext>
            </a:extLst>
          </p:cNvPr>
          <p:cNvGrpSpPr/>
          <p:nvPr/>
        </p:nvGrpSpPr>
        <p:grpSpPr>
          <a:xfrm>
            <a:off x="10936586" y="2676469"/>
            <a:ext cx="692515" cy="976250"/>
            <a:chOff x="4499196" y="1946306"/>
            <a:chExt cx="692515" cy="976250"/>
          </a:xfrm>
        </p:grpSpPr>
        <p:sp>
          <p:nvSpPr>
            <p:cNvPr id="21" name="Rounded Rectangle 82">
              <a:extLst>
                <a:ext uri="{FF2B5EF4-FFF2-40B4-BE49-F238E27FC236}">
                  <a16:creationId xmlns:a16="http://schemas.microsoft.com/office/drawing/2014/main" id="{03870432-A27F-62FF-CD1C-486006D41DAC}"/>
                </a:ext>
              </a:extLst>
            </p:cNvPr>
            <p:cNvSpPr/>
            <p:nvPr/>
          </p:nvSpPr>
          <p:spPr>
            <a:xfrm>
              <a:off x="4521116" y="2159030"/>
              <a:ext cx="670595" cy="348493"/>
            </a:xfrm>
            <a:prstGeom prst="roundRect">
              <a:avLst/>
            </a:prstGeom>
            <a:solidFill>
              <a:srgbClr val="08335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200"/>
                </a:spcAft>
              </a:pPr>
              <a:r>
                <a:rPr lang="en-US" sz="900">
                  <a:solidFill>
                    <a:schemeClr val="bg1"/>
                  </a:solidFill>
                  <a:latin typeface="Univers Light" panose="020B0403020202020204" pitchFamily="34" charset="0"/>
                </a:rPr>
                <a:t>SIG</a:t>
              </a:r>
            </a:p>
            <a:p>
              <a:pPr algn="ctr">
                <a:spcAft>
                  <a:spcPts val="200"/>
                </a:spcAft>
              </a:pPr>
              <a:r>
                <a:rPr lang="en-US" sz="1000" b="1">
                  <a:solidFill>
                    <a:schemeClr val="bg1"/>
                  </a:solidFill>
                  <a:latin typeface="+mj-lt"/>
                </a:rPr>
                <a:t>4.0%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5FD3E3-967E-71B7-CDF7-BE44D9AFECA9}"/>
                </a:ext>
              </a:extLst>
            </p:cNvPr>
            <p:cNvSpPr txBox="1"/>
            <p:nvPr/>
          </p:nvSpPr>
          <p:spPr>
            <a:xfrm>
              <a:off x="4499196" y="1946306"/>
              <a:ext cx="670624" cy="218897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b="1">
                  <a:solidFill>
                    <a:srgbClr val="3268AB"/>
                  </a:solidFill>
                  <a:latin typeface="+mn-lt"/>
                </a:rPr>
                <a:t>Avg 21–25</a:t>
              </a:r>
            </a:p>
          </p:txBody>
        </p:sp>
        <p:sp>
          <p:nvSpPr>
            <p:cNvPr id="26" name="Rounded Rectangle 84">
              <a:extLst>
                <a:ext uri="{FF2B5EF4-FFF2-40B4-BE49-F238E27FC236}">
                  <a16:creationId xmlns:a16="http://schemas.microsoft.com/office/drawing/2014/main" id="{D5723424-A534-DE72-CF50-9D598F44AC32}"/>
                </a:ext>
              </a:extLst>
            </p:cNvPr>
            <p:cNvSpPr/>
            <p:nvPr/>
          </p:nvSpPr>
          <p:spPr>
            <a:xfrm>
              <a:off x="4522409" y="2574063"/>
              <a:ext cx="669240" cy="348493"/>
            </a:xfrm>
            <a:prstGeom prst="roundRect">
              <a:avLst/>
            </a:prstGeom>
            <a:solidFill>
              <a:srgbClr val="358FD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200"/>
                </a:spcAft>
              </a:pPr>
              <a:r>
                <a:rPr lang="en-US" sz="900">
                  <a:solidFill>
                    <a:schemeClr val="bg1"/>
                  </a:solidFill>
                  <a:latin typeface="Univers Light" panose="020B0403020202020204" pitchFamily="34" charset="0"/>
                </a:rPr>
                <a:t>INTP</a:t>
              </a:r>
            </a:p>
            <a:p>
              <a:pPr algn="ctr">
                <a:spcAft>
                  <a:spcPts val="200"/>
                </a:spcAft>
              </a:pPr>
              <a:r>
                <a:rPr lang="en-US" sz="1000" b="1">
                  <a:solidFill>
                    <a:schemeClr val="bg1"/>
                  </a:solidFill>
                  <a:latin typeface="+mj-lt"/>
                </a:rPr>
                <a:t>10.8%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552763-EC14-80B8-BE6D-DB5766E19C46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20" y="2326189"/>
              <a:ext cx="41638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480C205-74F4-F1D7-2519-42AFD9232DFC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20" y="2747947"/>
              <a:ext cx="41638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909B229-82A4-1C91-8CA1-7C1D68483A99}"/>
              </a:ext>
            </a:extLst>
          </p:cNvPr>
          <p:cNvGrpSpPr/>
          <p:nvPr/>
        </p:nvGrpSpPr>
        <p:grpSpPr>
          <a:xfrm>
            <a:off x="10936586" y="4249723"/>
            <a:ext cx="692515" cy="976250"/>
            <a:chOff x="4499196" y="1946306"/>
            <a:chExt cx="692515" cy="976250"/>
          </a:xfrm>
        </p:grpSpPr>
        <p:sp>
          <p:nvSpPr>
            <p:cNvPr id="37" name="Rounded Rectangle 82">
              <a:extLst>
                <a:ext uri="{FF2B5EF4-FFF2-40B4-BE49-F238E27FC236}">
                  <a16:creationId xmlns:a16="http://schemas.microsoft.com/office/drawing/2014/main" id="{C7D241AA-0D93-986B-28B7-8DC655DB63E1}"/>
                </a:ext>
              </a:extLst>
            </p:cNvPr>
            <p:cNvSpPr/>
            <p:nvPr/>
          </p:nvSpPr>
          <p:spPr>
            <a:xfrm>
              <a:off x="4521116" y="2159030"/>
              <a:ext cx="670595" cy="348493"/>
            </a:xfrm>
            <a:prstGeom prst="roundRect">
              <a:avLst/>
            </a:prstGeom>
            <a:solidFill>
              <a:srgbClr val="08335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200"/>
                </a:spcAft>
              </a:pPr>
              <a:r>
                <a:rPr lang="en-US" sz="900">
                  <a:solidFill>
                    <a:schemeClr val="bg1"/>
                  </a:solidFill>
                  <a:latin typeface="Univers Light" panose="020B0403020202020204" pitchFamily="34" charset="0"/>
                </a:rPr>
                <a:t>SIG</a:t>
              </a:r>
            </a:p>
            <a:p>
              <a:pPr algn="ctr">
                <a:spcAft>
                  <a:spcPts val="200"/>
                </a:spcAft>
              </a:pPr>
              <a:r>
                <a:rPr lang="en-US" sz="1000" b="1">
                  <a:solidFill>
                    <a:schemeClr val="bg1"/>
                  </a:solidFill>
                  <a:latin typeface="+mj-lt"/>
                </a:rPr>
                <a:t>1.9%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845112-6F92-AEAA-CE34-AA21B472C699}"/>
                </a:ext>
              </a:extLst>
            </p:cNvPr>
            <p:cNvSpPr txBox="1"/>
            <p:nvPr/>
          </p:nvSpPr>
          <p:spPr>
            <a:xfrm>
              <a:off x="4499196" y="1946306"/>
              <a:ext cx="670624" cy="218897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b="1">
                  <a:solidFill>
                    <a:srgbClr val="3268AB"/>
                  </a:solidFill>
                  <a:latin typeface="+mn-lt"/>
                </a:rPr>
                <a:t>Avg 21–25</a:t>
              </a:r>
            </a:p>
          </p:txBody>
        </p:sp>
        <p:sp>
          <p:nvSpPr>
            <p:cNvPr id="39" name="Rounded Rectangle 84">
              <a:extLst>
                <a:ext uri="{FF2B5EF4-FFF2-40B4-BE49-F238E27FC236}">
                  <a16:creationId xmlns:a16="http://schemas.microsoft.com/office/drawing/2014/main" id="{1B6D33D6-38A4-84EC-09B7-DCA51B0FDBEF}"/>
                </a:ext>
              </a:extLst>
            </p:cNvPr>
            <p:cNvSpPr/>
            <p:nvPr/>
          </p:nvSpPr>
          <p:spPr>
            <a:xfrm>
              <a:off x="4522409" y="2574063"/>
              <a:ext cx="669240" cy="348493"/>
            </a:xfrm>
            <a:prstGeom prst="roundRect">
              <a:avLst/>
            </a:prstGeom>
            <a:solidFill>
              <a:srgbClr val="358FD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200"/>
                </a:spcAft>
              </a:pPr>
              <a:r>
                <a:rPr lang="en-US" sz="900">
                  <a:solidFill>
                    <a:schemeClr val="bg1"/>
                  </a:solidFill>
                  <a:latin typeface="Univers Light" panose="020B0403020202020204" pitchFamily="34" charset="0"/>
                </a:rPr>
                <a:t>INTP</a:t>
              </a:r>
            </a:p>
            <a:p>
              <a:pPr algn="ctr">
                <a:spcAft>
                  <a:spcPts val="200"/>
                </a:spcAft>
              </a:pPr>
              <a:r>
                <a:rPr lang="en-US" sz="1000" b="1">
                  <a:solidFill>
                    <a:schemeClr val="bg1"/>
                  </a:solidFill>
                  <a:latin typeface="+mj-lt"/>
                </a:rPr>
                <a:t>6.4%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E99271-1BF2-5E50-1CE2-F0A7BB955D77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20" y="2326189"/>
              <a:ext cx="41638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B964B1D-13DA-30D1-DB61-95A87D13F09B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20" y="2747947"/>
              <a:ext cx="41638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Chart revenue split"/>
          <p:cNvGraphicFramePr>
            <a:graphicFrameLocks noGrp="1"/>
          </p:cNvGraphicFramePr>
          <p:nvPr/>
        </p:nvGraphicFramePr>
        <p:xfrm>
          <a:off x="520700" y="2463800"/>
          <a:ext cx="3810000" cy="1727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27548" y="2260600"/>
            <a:ext cx="401742" cy="1651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rcRect r="-35516" t="81344"/>
          <a:stretch>
            <a:fillRect/>
          </a:stretch>
        </p:blipFill>
        <p:spPr>
          <a:xfrm>
            <a:off x="3197786" y="2286000"/>
            <a:ext cx="650387" cy="1143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20700" y="4273550"/>
            <a:ext cx="76200" cy="76200"/>
          </a:xfrm>
          <a:prstGeom prst="rect">
            <a:avLst/>
          </a:prstGeom>
          <a:solidFill>
            <a:srgbClr val="C5DA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700" y="4241800"/>
            <a:ext cx="265684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COGS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5784" y="4273550"/>
            <a:ext cx="76200" cy="762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92784" y="4241800"/>
            <a:ext cx="641730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Other costs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6914" y="4273550"/>
            <a:ext cx="76200" cy="76200"/>
          </a:xfrm>
          <a:prstGeom prst="rect">
            <a:avLst/>
          </a:prstGeom>
          <a:solidFill>
            <a:srgbClr val="10719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13915" y="4241800"/>
            <a:ext cx="588010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Net profit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78400" y="2286000"/>
            <a:ext cx="16256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161616"/>
                </a:solidFill>
                <a:latin typeface="Univers Light"/>
              </a:rPr>
              <a:t>COGS share of revenue</a:t>
            </a:r>
          </a:p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161616"/>
                </a:solidFill>
                <a:latin typeface="Univers Light"/>
              </a:rPr>
              <a:t>FY21 vs. FY25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78400" y="2667000"/>
            <a:ext cx="1625600" cy="660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92700" y="2755900"/>
            <a:ext cx="370838" cy="152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92700" y="2946400"/>
            <a:ext cx="1016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61616"/>
                </a:solidFill>
                <a:latin typeface="Univers Light"/>
              </a:rPr>
              <a:t>+8.8</a:t>
            </a:r>
            <a:r>
              <a:rPr sz="1100" b="0" i="0">
                <a:solidFill>
                  <a:srgbClr val="161616"/>
                </a:solidFill>
                <a:latin typeface="Univers Light"/>
              </a:rPr>
              <a:t> pp</a:t>
            </a:r>
          </a:p>
        </p:txBody>
      </p:sp>
      <p:sp>
        <p:nvSpPr>
          <p:cNvPr id="55" name="Isosceles Triangle 54"/>
          <p:cNvSpPr/>
          <p:nvPr/>
        </p:nvSpPr>
        <p:spPr>
          <a:xfrm>
            <a:off x="6299200" y="3035300"/>
            <a:ext cx="165100" cy="1397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978400" y="3403600"/>
            <a:ext cx="1625600" cy="660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rcRect r="-35516" t="81344"/>
          <a:stretch>
            <a:fillRect/>
          </a:stretch>
        </p:blipFill>
        <p:spPr>
          <a:xfrm>
            <a:off x="5092700" y="3492500"/>
            <a:ext cx="578122" cy="101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092700" y="3683000"/>
            <a:ext cx="1016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61616"/>
                </a:solidFill>
                <a:latin typeface="Univers Light"/>
              </a:rPr>
              <a:t>+0.4</a:t>
            </a:r>
            <a:r>
              <a:rPr sz="1100" b="0" i="0">
                <a:solidFill>
                  <a:srgbClr val="161616"/>
                </a:solidFill>
                <a:latin typeface="Univers Light"/>
              </a:rPr>
              <a:t> pp</a:t>
            </a:r>
          </a:p>
        </p:txBody>
      </p:sp>
      <p:sp>
        <p:nvSpPr>
          <p:cNvPr id="59" name="Isosceles Triangle 58"/>
          <p:cNvSpPr/>
          <p:nvPr/>
        </p:nvSpPr>
        <p:spPr>
          <a:xfrm>
            <a:off x="6299200" y="3771900"/>
            <a:ext cx="165100" cy="1397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78400" y="4165600"/>
            <a:ext cx="16764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7F7F7F"/>
                </a:solidFill>
                <a:latin typeface="Univers Light"/>
              </a:rPr>
              <a:t>Driven by factory overhead and energy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0700" y="4470400"/>
            <a:ext cx="60833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1" i="0">
                <a:solidFill>
                  <a:srgbClr val="161616"/>
                </a:solidFill>
                <a:latin typeface="Univers Light"/>
              </a:rPr>
              <a:t>Indocement earns 8x SIG's net profit on half the revenue</a:t>
            </a:r>
            <a:r>
              <a:rPr sz="1050" b="0" i="0">
                <a:solidFill>
                  <a:srgbClr val="161616"/>
                </a:solidFill>
                <a:latin typeface="Univers Light"/>
              </a:rPr>
              <a:t> (FY25):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0700" y="4724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Revenue (FY25)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0700" y="4978400"/>
            <a:ext cx="3556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Univers Light"/>
              </a:rPr>
              <a:t>SIG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1700" y="5003800"/>
            <a:ext cx="660400" cy="127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12900" y="4978400"/>
            <a:ext cx="889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Rp35.2 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0700" y="5232400"/>
            <a:ext cx="3556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Univers Light"/>
              </a:rPr>
              <a:t>INTP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1700" y="5257800"/>
            <a:ext cx="332248" cy="1270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84748" y="5232400"/>
            <a:ext cx="889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Rp17.7 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52700" y="4724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COGS (FY25)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52700" y="4978400"/>
            <a:ext cx="3556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Univers Light"/>
              </a:rPr>
              <a:t>SIG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33700" y="5003800"/>
            <a:ext cx="660400" cy="127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44900" y="4978400"/>
            <a:ext cx="889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Rp29.3 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52700" y="5232400"/>
            <a:ext cx="3556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Univers Light"/>
              </a:rPr>
              <a:t>INTP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33700" y="5257800"/>
            <a:ext cx="319113" cy="1270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03613" y="5232400"/>
            <a:ext cx="889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Rp14.2 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84700" y="4724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Net profit (FY25)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84700" y="4978400"/>
            <a:ext cx="3556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Univers Light"/>
              </a:rPr>
              <a:t>SIG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65700" y="5003800"/>
            <a:ext cx="79830" cy="127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96330" y="4978400"/>
            <a:ext cx="889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Rp0.19 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84700" y="5232400"/>
            <a:ext cx="3556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Univers Light"/>
              </a:rPr>
              <a:t>INTP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65700" y="5257800"/>
            <a:ext cx="660400" cy="1270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76900" y="5232400"/>
            <a:ext cx="88900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262626"/>
                </a:solidFill>
                <a:latin typeface="Univers Light"/>
              </a:rPr>
              <a:t>Rp1.58 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0700" y="54991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7F7F7F"/>
                </a:solidFill>
                <a:latin typeface="Univers Light"/>
              </a:rPr>
              <a:t>COGS includes freight for both companies</a:t>
            </a:r>
          </a:p>
        </p:txBody>
      </p:sp>
    </p:spTree>
    <p:extLst>
      <p:ext uri="{BB962C8B-B14F-4D97-AF65-F5344CB8AC3E}">
        <p14:creationId xmlns:p14="http://schemas.microsoft.com/office/powerpoint/2010/main" val="2954314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COLOR_TAG" val="#1E64B0"/>
  <p:tag name="POWER_USER_PPT_AGENDA_PRESENTATION_DIVIDERS_CHECKED_TAG" val="0"/>
  <p:tag name="POWER_USER_PPT_AGENDA_PRESENTATION_SHOULD_CREATE_TABLE_OF_CONTENT_TAG" val="0"/>
  <p:tag name="POWER_USER_PPT_AGENDA_PRESENTATION_SHOW_BREADSCRUMBS_CHECKED_TAG" val="0"/>
  <p:tag name="POWER_USER_PPT_AGENDA_PRESENTATION_SHOW_SECTION_NUMBERS_CHECKED_TAG" val="1"/>
  <p:tag name="POWER_USER_PPT_AGENDA_PRESENTATION_SHOW_SLIDE_NUMBERS_CHECKED_TAG" val="1"/>
  <p:tag name="POWER_USER_PPT_AGENDA_PRESENTATION_TABLE_OF_CONTENT_CHECKED_TAG" val="1"/>
  <p:tag name="POWER_USER_PPT_AGENDA_PRESENTATION_TITLE_TEXT_TAG" val="Agenda"/>
  <p:tag name="POWER_USER_LINKS_STATUS_TAG" val="&lt;?xml version=&quot;1.0&quot; encoding=&quot;utf-16&quot;?&gt;&#10;&lt;PuLinks xmlns:xsd=&quot;http://www.w3.org/2001/XMLSchema&quot; xmlns:xsi=&quot;http://www.w3.org/2001/XMLSchema-instance&quot;&gt;&#10;  &lt;PuLink status=&quot;1&quot; id=&quot;POWER_USER_LINK_E3C54ECB_3B06_40E2_A2C2_06AAE84E20B1&quot; /&gt;&#10;  &lt;PuLink status=&quot;1&quot; id=&quot;POWER_USER_LINK_A476060D_DD86_41D7_9485_81CF4CA22E85&quot; /&gt;&#10;  &lt;PuLink status=&quot;1&quot; id=&quot;POWER_USER_LINK_4D0A5F2E_3641_45E3_8AD8_21BA0F28889F&quot; /&gt;&#10;  &lt;PuLink status=&quot;1&quot; id=&quot;POWER_USER_LINK_5329F2BA_1DBF_4934_9801_69E6D92EF323&quot; /&gt;&#10;  &lt;PuLink status=&quot;1&quot; id=&quot;POWER_USER_LINK_4D3A4DC7_29F4_4390_AD62_048BD85D5D4A&quot; /&gt;&#10;  &lt;PuLink status=&quot;1&quot; id=&quot;POWER_USER_LINK_A9DF1BC6_ECBF_4D9C_8EE0_2DB244DDE726&quot; /&gt;&#10;  &lt;PuLink status=&quot;1&quot; id=&quot;POWER_USER_LINK_ED371D84_1A43_438D_B59A_1957AB405483&quot; /&gt;&#10;  &lt;PuLink status=&quot;1&quot; id=&quot;POWER_USER_LINK_FAFFD5B3_9130_44EE_94FE_789C053E335E&quot; /&gt;&#10;  &lt;PuLink status=&quot;1&quot; id=&quot;POWER_USER_LINK_490C989C_894F_438A_A346_244E28D617CD&quot; /&gt;&#10;  &lt;PuLink status=&quot;1&quot; id=&quot;POWER_USER_LINK_CDDFA12C_CFA8_446C_955B_13AEF8441364&quot; /&gt;&#10;  &lt;PuLink status=&quot;1&quot; id=&quot;POWER_USER_LINK_DA6B8B3D_0B7D_478E_8721_1EA8651F0DBE&quot; /&gt;&#10;  &lt;PuLink status=&quot;1&quot; id=&quot;POWER_USER_LINK_AC6F0AF7_9108_4E46_BE97_5BAD1598C132&quot; /&gt;&#10;  &lt;PuLink status=&quot;1&quot; id=&quot;POWER_USER_LINK_A7D36B1B_4F29_4573_A714_5B204D6C0EAF&quot; /&gt;&#10;  &lt;PuLink status=&quot;1&quot; id=&quot;POWER_USER_LINK_CC282C53_AB09_42B0_BA23_129CA7828B3B&quot; /&gt;&#10;  &lt;PuLink status=&quot;1&quot; id=&quot;POWER_USER_LINK_DEE41AC2_D28C_4A16_AEA6_420AF7E58765&quot; /&gt;&#10;&lt;/PuLinks&gt;"/>
</p:tagLst>
</file>

<file path=ppt/theme/theme1.xml><?xml version="1.0" encoding="utf-8"?>
<a:theme xmlns:a="http://schemas.openxmlformats.org/drawingml/2006/main" name="Office Theme">
  <a:themeElements>
    <a:clrScheme name="Skha Colors">
      <a:dk1>
        <a:srgbClr val="0F1F33"/>
      </a:dk1>
      <a:lt1>
        <a:sysClr val="window" lastClr="FFFFFF"/>
      </a:lt1>
      <a:dk2>
        <a:srgbClr val="12274C"/>
      </a:dk2>
      <a:lt2>
        <a:srgbClr val="F0FAFE"/>
      </a:lt2>
      <a:accent1>
        <a:srgbClr val="1E64B0"/>
      </a:accent1>
      <a:accent2>
        <a:srgbClr val="368FCD"/>
      </a:accent2>
      <a:accent3>
        <a:srgbClr val="69C6F0"/>
      </a:accent3>
      <a:accent4>
        <a:srgbClr val="595959"/>
      </a:accent4>
      <a:accent5>
        <a:srgbClr val="7F7F7F"/>
      </a:accent5>
      <a:accent6>
        <a:srgbClr val="D8D8D8"/>
      </a:accent6>
      <a:hlink>
        <a:srgbClr val="FFC000"/>
      </a:hlink>
      <a:folHlink>
        <a:srgbClr val="3ECCB4"/>
      </a:folHlink>
    </a:clrScheme>
    <a:fontScheme name="Custom 1">
      <a:majorFont>
        <a:latin typeface="Univers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969C89-5856-4EDE-A03E-B65F547B1594}">
  <we:reference id="wa200010001" version="1.0.0.1" store="en-001" storeType="OMEX"/>
  <we:alternateReferences>
    <we:reference id="WA200010001" version="1.0.0.1" store="WA200010001" storeType="OMEX"/>
  </we:alternateReferences>
  <we:properties>
    <we:property name="claude.fileId" value="&quot;fc202d88-6210-405f-8ee1-ecd7537728b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2c1cd1-8a33-43be-a3f0-a166406417d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6231736B0594B864EAEE117C9FDF7" ma:contentTypeVersion="9" ma:contentTypeDescription="Create a new document." ma:contentTypeScope="" ma:versionID="f157f752b01606c477a35292eeebb0eb">
  <xsd:schema xmlns:xsd="http://www.w3.org/2001/XMLSchema" xmlns:xs="http://www.w3.org/2001/XMLSchema" xmlns:p="http://schemas.microsoft.com/office/2006/metadata/properties" xmlns:ns2="292c1cd1-8a33-43be-a3f0-a166406417d8" targetNamespace="http://schemas.microsoft.com/office/2006/metadata/properties" ma:root="true" ma:fieldsID="d36f509bd4ab28780292671f024d056b" ns2:_="">
    <xsd:import namespace="292c1cd1-8a33-43be-a3f0-a166406417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c1cd1-8a33-43be-a3f0-a166406417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9c61770-983c-4729-8fb0-bfabb1ed05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B102C0-4844-476C-8794-F5E16DD005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F9FEBD-D4CE-4D5D-B4F1-47DA8FE0D2DC}">
  <ds:schemaRefs>
    <ds:schemaRef ds:uri="292c1cd1-8a33-43be-a3f0-a166406417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ECCC29C-A4FB-482D-8831-134F815E105D}">
  <ds:schemaRefs>
    <ds:schemaRef ds:uri="292c1cd1-8a33-43be-a3f0-a166406417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15876</Words>
  <Application>Microsoft Office PowerPoint</Application>
  <PresentationFormat>Widescreen</PresentationFormat>
  <Paragraphs>3687</Paragraphs>
  <Slides>70</Slides>
  <Notes>22</Notes>
  <HiddenSlides>7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5" baseType="lpstr">
      <vt:lpstr>Wingdings</vt:lpstr>
      <vt:lpstr>Univers LT Std 55</vt:lpstr>
      <vt:lpstr>Ambit Bold</vt:lpstr>
      <vt:lpstr>Ambit Light</vt:lpstr>
      <vt:lpstr>Univers</vt:lpstr>
      <vt:lpstr>Poppins</vt:lpstr>
      <vt:lpstr>Arial</vt:lpstr>
      <vt:lpstr>Century Gothic</vt:lpstr>
      <vt:lpstr>Calibri Light</vt:lpstr>
      <vt:lpstr>Calibri</vt:lpstr>
      <vt:lpstr>Ambit </vt:lpstr>
      <vt:lpstr>Univers Light</vt:lpstr>
      <vt:lpstr>Univers-Light-Normal</vt:lpstr>
      <vt:lpstr>Office Theme</vt:lpstr>
      <vt:lpstr>Worksheet</vt:lpstr>
      <vt:lpstr>PowerPoint Presentation</vt:lpstr>
      <vt:lpstr>SIG is Indonesia’s state-owned cement holding, commanding a vertically integrated operation built over decades of consolidation, spanning cement and clinker to ready-mix concrete and precast</vt:lpstr>
      <vt:lpstr>While SIG leads the market, it is losing share to Indocement and is heavily exposed to industry-wide oversupply, given its large idle capacity</vt:lpstr>
      <vt:lpstr>SIG’s modest revenue decline and rising cost burden led to a sharp deterioration in margins and returns.</vt:lpstr>
      <vt:lpstr>Before diving deeper to profitability, mau cek aja sih leverage, efficiency, dan liquidity -&gt; bersih2 aja mau problem framing profitability buat di deep dive</vt:lpstr>
      <vt:lpstr>SIG's profitability decline is driven by lost volume and rising production cost, amplified by a 70% effective tax rate; liquidity is a separate funding-structure risk</vt:lpstr>
      <vt:lpstr>Revenue fell 4% (FY21–25) as cement sales weakened, while regional growth helped offset declining domestic volumes.</vt:lpstr>
      <vt:lpstr>SIG's gross margin fell from 25.5% to 16.7%, driven by materials, overhead, packaging &amp; freight (−4.9pp) and energy (−4.0pp); other cost items were stable</vt:lpstr>
      <vt:lpstr>Gross margin erosion drives SIG’s EBIT decline, while core OPEX growth remains contained</vt:lpstr>
      <vt:lpstr>Below gross profit, only tax is a red flag: SIG's effective tax rate hit 70% vs 24% at INTP and the 22% statutory rate, driven by group structure and non-deductible expenses</vt:lpstr>
      <vt:lpstr>Liquidity</vt:lpstr>
      <vt:lpstr>Liquidity</vt:lpstr>
      <vt:lpstr>Reccomendation</vt:lpstr>
      <vt:lpstr>PowerPoint Presentation</vt:lpstr>
      <vt:lpstr>PowerPoint Presentation</vt:lpstr>
      <vt:lpstr>PowerPoint Presentation</vt:lpstr>
      <vt:lpstr>If we look at the income statement, we can see that the revenue is stagnating while ebitda decline</vt:lpstr>
      <vt:lpstr>Cash Flow Statement - Operating and investment</vt:lpstr>
      <vt:lpstr>Cash Flow Statement - Financing</vt:lpstr>
      <vt:lpstr>Asset</vt:lpstr>
      <vt:lpstr>Liabilities </vt:lpstr>
      <vt:lpstr>Equity</vt:lpstr>
      <vt:lpstr>PowerPoint Presentation</vt:lpstr>
      <vt:lpstr>Industry wise ada 2 challenge utama: demand, profitability, and competition yg dihadapi oleh SIG</vt:lpstr>
      <vt:lpstr>If we look at the income statement, we can see that the revenue is stagnating while ebitda decline</vt:lpstr>
      <vt:lpstr>Cash Flow Statement - Operating and investment</vt:lpstr>
      <vt:lpstr>Cash Flow Statement - Financing</vt:lpstr>
      <vt:lpstr>Asset</vt:lpstr>
      <vt:lpstr>Liabilities </vt:lpstr>
      <vt:lpstr>Equity</vt:lpstr>
      <vt:lpstr>Tim konsultan penyusunan Kajian Ekspansi Bisnis Layanan Pegadaian di Luar Negeri terdiri dari konsultan strategi Skha dan konsultan legal SIAR</vt:lpstr>
      <vt:lpstr>Kajian Ekspansi Bisnis Layanan Pegadaian di Luar Negeri akan terdiri dari 2 pekerjaan utama dalam 4,5 bulan</vt:lpstr>
      <vt:lpstr>Pegadaian merupakan top 2 Global Pawnshop dan berambisi menjadi “World-Class Gold Ecosystem Player” melalui ekspansi footprint ke 4 negara pada 2030</vt:lpstr>
      <vt:lpstr>Aspirasi Pegadaian diterjemahkan menjadi inisiatif kajian potensi ekspansi bisnis di 15 negara dengan target meningkatkan outstanding loan (Rp151 M di 2030) secara konsolidasi</vt:lpstr>
      <vt:lpstr>Terdapat 4 (empat) lessons learnt dari strategi ekspansi Perusahaan gadai global</vt:lpstr>
      <vt:lpstr>Pegadaian dinilai mampu melakukan ekspansi global melalui leveraging internal capabilities berupa bisnis gadai emas, sinergi BRI, operational speed, dan kematangan teknologi</vt:lpstr>
      <vt:lpstr>Untuk memperlancar kajian, dibutuhkan konfirmasi pada 4 (empat) hal yang menjadi acuan parameter dalam penilaian market attractiveness sebagai berikut</vt:lpstr>
      <vt:lpstr>Kajian Ekspansi Bisnis Pegadaian akan menjawab 3 key questions</vt:lpstr>
      <vt:lpstr>Pertanyaan pertama akan menjawab negara prioritas ekspansi Pegadaian</vt:lpstr>
      <vt:lpstr>Market attractiveness assessment terhadap 15 negara akan melalui 3 tahap utama</vt:lpstr>
      <vt:lpstr>Delapan (8) negara akan diriset berdasarkan 5 (lima) aspek yakni makroekonomi, bisnis, politik, legal, dan sosiogeografis</vt:lpstr>
      <vt:lpstr>Negara dengan temuan legal berupa ketidakpastian regulasi, pembatasan foreign ownership, dan lisensi perbankan akan di-knock-out</vt:lpstr>
      <vt:lpstr>Keselarasan antara kondisi internal Pegadaian terhadap karakteristik negara menjadi penentu prioritisasi </vt:lpstr>
      <vt:lpstr>Pertanyaan kedua akan menjawab perjalanan ekspansi global Pegadaian hingga tahun 2030</vt:lpstr>
      <vt:lpstr>Prioritisasi akan dilakukan melalui expansion model matrix sehingga bisa dipetakan roadmap</vt:lpstr>
      <vt:lpstr>Pertanyaan ketiga akan menjawab expected return dari 2 negara prioritas melalui kajian kelayakan</vt:lpstr>
      <vt:lpstr>Expected return dari dua (2) negara paling strategis akan dijawab pada feasibility study</vt:lpstr>
      <vt:lpstr>Kajian Ekspansi Bisnis akan berlangsung dalam 4,5 bulan dengan 3 critical milestones pada akhir Oktober serta pertengahan November dan Desember</vt:lpstr>
      <vt:lpstr>Berikut asumsi yang digunakan untuk menghitung rasio </vt:lpstr>
      <vt:lpstr>Muthoot merupakan the biggest pawnshop in the world yang beroperasi di 4 (empat) negara secara full branch sejak tahun 2007</vt:lpstr>
      <vt:lpstr>FirstCash sebagai “the largest pawnshop in USA &amp; LATAM” memulai ekspansi secara organik ke negara tetangga, sebelum menerapkan strategi anorganik di negara lainnya</vt:lpstr>
      <vt:lpstr>Srisawad melakukan ekspansi ke negara-negara ASEAN melalui core product vehicle loan</vt:lpstr>
      <vt:lpstr>ValueMax, perusahaan gadai asal Singapura, melakukan ekspansi ke negara tetangga sejak tahun 2005 melalui core product, termasuk Malaysia dan Indonesia</vt:lpstr>
      <vt:lpstr>Market screening sementara menunjukkan Myanmar, UAE, dan Arab Saudi sebagai negara dengan market attractiveness terendah</vt:lpstr>
      <vt:lpstr>Data preliminary market screening di 15 negara</vt:lpstr>
      <vt:lpstr>Satu (1) negara tambahan yang menjadi objek riset adalah Uzbekistan, mempertimbangkan potensi pasar dan kesesuaian budaya</vt:lpstr>
      <vt:lpstr>Dalam menyusun Kajian Ekspansi Bisnis Layanan di Luar Negeri, terdapat kebutuhan data yang perlu di-support oleh Pegadaian</vt:lpstr>
      <vt:lpstr>Penyusunan Kajian Strategic Assessment dan Market Research Bisnis Pegadaian di Luar Negeri akan terdiri dari 6 (enam) modul analisis</vt:lpstr>
      <vt:lpstr>Penyusunan Kajian Kelayakan Pembukaan Layanan Pegadaian di Negara Tujuan Ekspansi Selanjutnya akan terdiri dari 6 (enam) modul analisis</vt:lpstr>
      <vt:lpstr>Penyusunan Kajian Strategic Assessment dan Market Research Bisnis Pegadaian di Luar Negeri akan dikerjakan selama 12 (dua belas) minggu dengan pembagian fokus pekerjaan sebagai berikut (1/2)</vt:lpstr>
      <vt:lpstr>Penyusunan Kajian Strategic Assessment dan Market Research Bisnis Pegadaian di Luar Negeri akan dikerjakan selama 12 (dua belas) minggu dengan pembagian fokus pekerjaan sebagai berikut (2/2)</vt:lpstr>
      <vt:lpstr>Penyusunan Kajian Kelayakan untuk 2 negara prioritas akan dikerjakan selama 6 (enam) minggu dengan pembagian fokus pekerjaan sebagai berikut</vt:lpstr>
      <vt:lpstr>Dalam pengerjaan kajian ini, kami mengusulkan project cadence untuk memastikan kualitas dan ketepatan waktu penyelesaian kajian sebagai berikut</vt:lpstr>
      <vt:lpstr>Pada aspek produk, gadai dan emas dinilai fit to global standard</vt:lpstr>
      <vt:lpstr>Tim penyusunan Kajian Ekspansi Bisnis Layanan Pegadaian di Luar Negeri terdiri sebagai berikut</vt:lpstr>
      <vt:lpstr>Untuk memperlancar kajian, dibutuhkan konfirmasi pada 4 (empat) hal yang menjadi acuan parameter dalam penilaian market attractiveness sebagai berikut</vt:lpstr>
      <vt:lpstr>Ease of regulation dan legal constraint menentukan feasibility ekspansi ke negara yang dituju </vt:lpstr>
      <vt:lpstr>Ease of regulation dan legal constraint menentukan feasibility ekspansi ke negara yang dituju </vt:lpstr>
      <vt:lpstr>Pegadaian merupakan top 2 Global Pawnshop dan berambisi menjadi “World-Class Gold Ecosystem Player” melalui ekspansi footprint ke 4 negara pada 2030</vt:lpstr>
      <vt:lpstr>Terdapat 5 (lima) lessons learnt dari strategi ekspansi Perusahaan gadai global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Sena Nugraha</dc:creator>
  <cp:lastModifiedBy>Razaan Rasyid</cp:lastModifiedBy>
  <cp:revision>1</cp:revision>
  <cp:lastPrinted>2026-10-18T08:34:23Z</cp:lastPrinted>
  <dcterms:modified xsi:type="dcterms:W3CDTF">2026-10-18T14:56:05Z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0x0101008F56231736B0594B864EAEE117C9FDF7</vt:lpwstr>
  </property>
  <property fmtid="{D5CDD505-2E9C-101B-9397-08002B2CF9AE}" pid="3" name="MediaServiceImageTags">
    <vt:lpwstr/>
  </property>
</Properties>
</file>